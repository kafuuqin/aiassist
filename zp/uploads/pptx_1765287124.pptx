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  <p:embeddedFontLst>
    <p:embeddedFont>
      <p:font typeface="MiSans" pitchFamily="34" charset="-122"/>
      <p:regular r:id="rId35"/>
    </p:embeddedFont>
    <p:embeddedFont>
      <p:font typeface="MiSans" pitchFamily="34" charset="-120"/>
      <p:regular r:id="rId36"/>
    </p:embeddedFont>
    <p:embeddedFont>
      <p:font typeface="Calibri" panose="020F0502020204030204" charset="0"/>
      <p:regular r:id="rId37"/>
      <p:bold r:id="rId38"/>
      <p:italic r:id="rId39"/>
      <p:boldItalic r:id="rId4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5.fntdata"/><Relationship Id="rId38" Type="http://schemas.openxmlformats.org/officeDocument/2006/relationships/font" Target="fonts/font4.fntdata"/><Relationship Id="rId37" Type="http://schemas.openxmlformats.org/officeDocument/2006/relationships/font" Target="fonts/font3.fntdata"/><Relationship Id="rId36" Type="http://schemas.openxmlformats.org/officeDocument/2006/relationships/font" Target="fonts/font2.fntdata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jpeg"/><Relationship Id="rId2" Type="http://schemas.openxmlformats.org/officeDocument/2006/relationships/image" Target="../media/image16.jpe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16.jpe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image" Target="../media/image28.jpe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16.jpeg"/><Relationship Id="rId2" Type="http://schemas.openxmlformats.org/officeDocument/2006/relationships/image" Target="../media/image30.jpe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16.jpe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image" Target="../media/image33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image" Target="../media/image36.jpe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jpeg"/><Relationship Id="rId2" Type="http://schemas.openxmlformats.org/officeDocument/2006/relationships/image" Target="../media/image16.jpeg"/><Relationship Id="rId1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image" Target="../media/image39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1.png"/><Relationship Id="rId3" Type="http://schemas.openxmlformats.org/officeDocument/2006/relationships/image" Target="../media/image16.jpeg"/><Relationship Id="rId2" Type="http://schemas.openxmlformats.org/officeDocument/2006/relationships/image" Target="../media/image30.jpeg"/><Relationship Id="rId1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6.png"/><Relationship Id="rId3" Type="http://schemas.openxmlformats.org/officeDocument/2006/relationships/image" Target="../media/image11.png"/><Relationship Id="rId2" Type="http://schemas.openxmlformats.org/officeDocument/2006/relationships/image" Target="../media/image8.jpeg"/><Relationship Id="rId1" Type="http://schemas.openxmlformats.org/officeDocument/2006/relationships/image" Target="../media/image42.jpe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png"/><Relationship Id="rId3" Type="http://schemas.openxmlformats.org/officeDocument/2006/relationships/image" Target="../media/image24.jpeg"/><Relationship Id="rId2" Type="http://schemas.openxmlformats.org/officeDocument/2006/relationships/image" Target="../media/image16.jpeg"/><Relationship Id="rId1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1-d3l4j48s8jdo4os5ek40.jpg"/>
          <p:cNvPicPr>
            <a:picLocks noChangeAspect="1"/>
          </p:cNvPicPr>
          <p:nvPr/>
        </p:nvPicPr>
        <p:blipFill>
          <a:blip r:embed="rId2"/>
          <a:srcRect t="62" b="6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0-d3l4j40s8jdo4os5ek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305" y="5663565"/>
            <a:ext cx="3359785" cy="6477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0-d3l4j40s8jdo4os5ek20.png"/>
          <p:cNvPicPr>
            <a:picLocks noChangeAspect="1"/>
          </p:cNvPicPr>
          <p:nvPr/>
        </p:nvPicPr>
        <p:blipFill>
          <a:blip r:embed="rId4"/>
          <a:srcRect l="441" r="441"/>
          <a:stretch>
            <a:fillRect/>
          </a:stretch>
        </p:blipFill>
        <p:spPr>
          <a:xfrm>
            <a:off x="5063490" y="5663565"/>
            <a:ext cx="3091180" cy="64833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8040" y="1076325"/>
            <a:ext cx="8072755" cy="22447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1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校园抖音直播项目全景计划书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10314940" y="574040"/>
            <a:ext cx="1324610" cy="784225"/>
          </a:xfrm>
          <a:custGeom>
            <a:avLst/>
            <a:gdLst/>
            <a:ahLst/>
            <a:cxnLst/>
            <a:rect l="l" t="t" r="r" b="b"/>
            <a:pathLst>
              <a:path w="1324610" h="784225">
                <a:moveTo>
                  <a:pt x="58972" y="27960"/>
                </a:moveTo>
                <a:cubicBezTo>
                  <a:pt x="58972" y="43462"/>
                  <a:pt x="45517" y="56029"/>
                  <a:pt x="28920" y="56029"/>
                </a:cubicBezTo>
                <a:cubicBezTo>
                  <a:pt x="12323" y="56029"/>
                  <a:pt x="-1132" y="43462"/>
                  <a:pt x="-1132" y="27960"/>
                </a:cubicBezTo>
                <a:cubicBezTo>
                  <a:pt x="-1132" y="12458"/>
                  <a:pt x="12323" y="-110"/>
                  <a:pt x="28920" y="-110"/>
                </a:cubicBezTo>
                <a:cubicBezTo>
                  <a:pt x="45510" y="-117"/>
                  <a:pt x="58963" y="12439"/>
                  <a:pt x="58972" y="27933"/>
                </a:cubicBezTo>
                <a:cubicBezTo>
                  <a:pt x="58972" y="27943"/>
                  <a:pt x="58972" y="27951"/>
                  <a:pt x="58972" y="27960"/>
                </a:cubicBezTo>
                <a:close/>
                <a:moveTo>
                  <a:pt x="312113" y="27960"/>
                </a:moveTo>
                <a:cubicBezTo>
                  <a:pt x="312113" y="43462"/>
                  <a:pt x="298659" y="56029"/>
                  <a:pt x="282062" y="56029"/>
                </a:cubicBezTo>
                <a:cubicBezTo>
                  <a:pt x="265466" y="56029"/>
                  <a:pt x="252010" y="43462"/>
                  <a:pt x="252010" y="27960"/>
                </a:cubicBezTo>
                <a:cubicBezTo>
                  <a:pt x="252010" y="12458"/>
                  <a:pt x="265466" y="-110"/>
                  <a:pt x="282062" y="-110"/>
                </a:cubicBezTo>
                <a:cubicBezTo>
                  <a:pt x="298650" y="-91"/>
                  <a:pt x="312095" y="12465"/>
                  <a:pt x="312113" y="27960"/>
                </a:cubicBezTo>
                <a:close/>
                <a:moveTo>
                  <a:pt x="565186" y="27960"/>
                </a:moveTo>
                <a:cubicBezTo>
                  <a:pt x="565186" y="43462"/>
                  <a:pt x="551730" y="56029"/>
                  <a:pt x="535134" y="56029"/>
                </a:cubicBezTo>
                <a:cubicBezTo>
                  <a:pt x="518537" y="56029"/>
                  <a:pt x="505082" y="43462"/>
                  <a:pt x="505082" y="27960"/>
                </a:cubicBezTo>
                <a:cubicBezTo>
                  <a:pt x="505082" y="12458"/>
                  <a:pt x="518537" y="-110"/>
                  <a:pt x="535134" y="-110"/>
                </a:cubicBezTo>
                <a:cubicBezTo>
                  <a:pt x="551723" y="-117"/>
                  <a:pt x="565176" y="12439"/>
                  <a:pt x="565186" y="27933"/>
                </a:cubicBezTo>
                <a:cubicBezTo>
                  <a:pt x="565186" y="27943"/>
                  <a:pt x="565186" y="27951"/>
                  <a:pt x="565186" y="27960"/>
                </a:cubicBezTo>
                <a:close/>
                <a:moveTo>
                  <a:pt x="818327" y="27960"/>
                </a:moveTo>
                <a:cubicBezTo>
                  <a:pt x="818327" y="43462"/>
                  <a:pt x="804873" y="56029"/>
                  <a:pt x="788276" y="56029"/>
                </a:cubicBezTo>
                <a:cubicBezTo>
                  <a:pt x="771678" y="56029"/>
                  <a:pt x="758224" y="43462"/>
                  <a:pt x="758224" y="27960"/>
                </a:cubicBezTo>
                <a:cubicBezTo>
                  <a:pt x="758224" y="12458"/>
                  <a:pt x="771678" y="-110"/>
                  <a:pt x="788276" y="-110"/>
                </a:cubicBezTo>
                <a:cubicBezTo>
                  <a:pt x="804866" y="-117"/>
                  <a:pt x="818318" y="12439"/>
                  <a:pt x="818327" y="27933"/>
                </a:cubicBezTo>
                <a:cubicBezTo>
                  <a:pt x="818327" y="27943"/>
                  <a:pt x="818327" y="27951"/>
                  <a:pt x="818327" y="27960"/>
                </a:cubicBezTo>
                <a:close/>
                <a:moveTo>
                  <a:pt x="1071469" y="27960"/>
                </a:moveTo>
                <a:cubicBezTo>
                  <a:pt x="1071469" y="43462"/>
                  <a:pt x="1058015" y="56029"/>
                  <a:pt x="1041418" y="56029"/>
                </a:cubicBezTo>
                <a:cubicBezTo>
                  <a:pt x="1024821" y="56029"/>
                  <a:pt x="1011366" y="43462"/>
                  <a:pt x="1011366" y="27960"/>
                </a:cubicBezTo>
                <a:cubicBezTo>
                  <a:pt x="1011366" y="12458"/>
                  <a:pt x="1024821" y="-110"/>
                  <a:pt x="1041418" y="-110"/>
                </a:cubicBezTo>
                <a:cubicBezTo>
                  <a:pt x="1058008" y="-117"/>
                  <a:pt x="1071461" y="12439"/>
                  <a:pt x="1071469" y="27933"/>
                </a:cubicBezTo>
                <a:cubicBezTo>
                  <a:pt x="1071469" y="27943"/>
                  <a:pt x="1071469" y="27951"/>
                  <a:pt x="1071469" y="27960"/>
                </a:cubicBezTo>
                <a:close/>
                <a:moveTo>
                  <a:pt x="1324610" y="27960"/>
                </a:moveTo>
                <a:cubicBezTo>
                  <a:pt x="1324610" y="43462"/>
                  <a:pt x="1311155" y="56029"/>
                  <a:pt x="1294558" y="56029"/>
                </a:cubicBezTo>
                <a:cubicBezTo>
                  <a:pt x="1277961" y="56029"/>
                  <a:pt x="1264506" y="43462"/>
                  <a:pt x="1264506" y="27960"/>
                </a:cubicBezTo>
                <a:cubicBezTo>
                  <a:pt x="1264506" y="12458"/>
                  <a:pt x="1277961" y="-110"/>
                  <a:pt x="1294558" y="-110"/>
                </a:cubicBezTo>
                <a:cubicBezTo>
                  <a:pt x="1311146" y="-91"/>
                  <a:pt x="1324591" y="12465"/>
                  <a:pt x="1324610" y="27960"/>
                </a:cubicBezTo>
                <a:close/>
                <a:moveTo>
                  <a:pt x="58972" y="210009"/>
                </a:moveTo>
                <a:cubicBezTo>
                  <a:pt x="58972" y="225511"/>
                  <a:pt x="45517" y="238078"/>
                  <a:pt x="28920" y="238078"/>
                </a:cubicBezTo>
                <a:cubicBezTo>
                  <a:pt x="12323" y="238078"/>
                  <a:pt x="-1132" y="225511"/>
                  <a:pt x="-1132" y="210009"/>
                </a:cubicBezTo>
                <a:cubicBezTo>
                  <a:pt x="-1132" y="194506"/>
                  <a:pt x="12323" y="181939"/>
                  <a:pt x="28920" y="181939"/>
                </a:cubicBezTo>
                <a:cubicBezTo>
                  <a:pt x="45510" y="181932"/>
                  <a:pt x="58963" y="194488"/>
                  <a:pt x="58972" y="209983"/>
                </a:cubicBezTo>
                <a:cubicBezTo>
                  <a:pt x="58972" y="209992"/>
                  <a:pt x="58972" y="210000"/>
                  <a:pt x="58972" y="210009"/>
                </a:cubicBezTo>
                <a:close/>
                <a:moveTo>
                  <a:pt x="312113" y="210009"/>
                </a:moveTo>
                <a:cubicBezTo>
                  <a:pt x="312113" y="225511"/>
                  <a:pt x="298659" y="238078"/>
                  <a:pt x="282062" y="238078"/>
                </a:cubicBezTo>
                <a:cubicBezTo>
                  <a:pt x="265466" y="238078"/>
                  <a:pt x="252010" y="225511"/>
                  <a:pt x="252010" y="210009"/>
                </a:cubicBezTo>
                <a:cubicBezTo>
                  <a:pt x="252010" y="194506"/>
                  <a:pt x="265466" y="181939"/>
                  <a:pt x="282062" y="181939"/>
                </a:cubicBezTo>
                <a:cubicBezTo>
                  <a:pt x="298650" y="181958"/>
                  <a:pt x="312095" y="194514"/>
                  <a:pt x="312113" y="210009"/>
                </a:cubicBezTo>
                <a:close/>
                <a:moveTo>
                  <a:pt x="565186" y="210009"/>
                </a:moveTo>
                <a:cubicBezTo>
                  <a:pt x="565186" y="225511"/>
                  <a:pt x="551730" y="238078"/>
                  <a:pt x="535134" y="238078"/>
                </a:cubicBezTo>
                <a:cubicBezTo>
                  <a:pt x="518537" y="238078"/>
                  <a:pt x="505082" y="225511"/>
                  <a:pt x="505082" y="210009"/>
                </a:cubicBezTo>
                <a:cubicBezTo>
                  <a:pt x="505082" y="194506"/>
                  <a:pt x="518537" y="181939"/>
                  <a:pt x="535134" y="181939"/>
                </a:cubicBezTo>
                <a:cubicBezTo>
                  <a:pt x="551723" y="181932"/>
                  <a:pt x="565176" y="194488"/>
                  <a:pt x="565186" y="209983"/>
                </a:cubicBezTo>
                <a:cubicBezTo>
                  <a:pt x="565186" y="209992"/>
                  <a:pt x="565186" y="210000"/>
                  <a:pt x="565186" y="210009"/>
                </a:cubicBezTo>
                <a:close/>
                <a:moveTo>
                  <a:pt x="818327" y="210009"/>
                </a:moveTo>
                <a:cubicBezTo>
                  <a:pt x="818327" y="225511"/>
                  <a:pt x="804873" y="238078"/>
                  <a:pt x="788276" y="238078"/>
                </a:cubicBezTo>
                <a:cubicBezTo>
                  <a:pt x="771678" y="238078"/>
                  <a:pt x="758224" y="225511"/>
                  <a:pt x="758224" y="210009"/>
                </a:cubicBezTo>
                <a:cubicBezTo>
                  <a:pt x="758224" y="194506"/>
                  <a:pt x="771678" y="181939"/>
                  <a:pt x="788276" y="181939"/>
                </a:cubicBezTo>
                <a:cubicBezTo>
                  <a:pt x="804866" y="181932"/>
                  <a:pt x="818318" y="194488"/>
                  <a:pt x="818327" y="209983"/>
                </a:cubicBezTo>
                <a:cubicBezTo>
                  <a:pt x="818327" y="209992"/>
                  <a:pt x="818327" y="210000"/>
                  <a:pt x="818327" y="210009"/>
                </a:cubicBezTo>
                <a:close/>
                <a:moveTo>
                  <a:pt x="1071469" y="210009"/>
                </a:moveTo>
                <a:cubicBezTo>
                  <a:pt x="1071469" y="225511"/>
                  <a:pt x="1058015" y="238078"/>
                  <a:pt x="1041418" y="238078"/>
                </a:cubicBezTo>
                <a:cubicBezTo>
                  <a:pt x="1024821" y="238078"/>
                  <a:pt x="1011366" y="225511"/>
                  <a:pt x="1011366" y="210009"/>
                </a:cubicBezTo>
                <a:cubicBezTo>
                  <a:pt x="1011366" y="194506"/>
                  <a:pt x="1024821" y="181939"/>
                  <a:pt x="1041418" y="181939"/>
                </a:cubicBezTo>
                <a:cubicBezTo>
                  <a:pt x="1058008" y="181932"/>
                  <a:pt x="1071461" y="194488"/>
                  <a:pt x="1071469" y="209983"/>
                </a:cubicBezTo>
                <a:cubicBezTo>
                  <a:pt x="1071469" y="209992"/>
                  <a:pt x="1071469" y="210000"/>
                  <a:pt x="1071469" y="210009"/>
                </a:cubicBezTo>
                <a:close/>
                <a:moveTo>
                  <a:pt x="1324610" y="210009"/>
                </a:moveTo>
                <a:cubicBezTo>
                  <a:pt x="1324610" y="225511"/>
                  <a:pt x="1311155" y="238078"/>
                  <a:pt x="1294558" y="238078"/>
                </a:cubicBezTo>
                <a:cubicBezTo>
                  <a:pt x="1277961" y="238078"/>
                  <a:pt x="1264506" y="225511"/>
                  <a:pt x="1264506" y="210009"/>
                </a:cubicBezTo>
                <a:cubicBezTo>
                  <a:pt x="1264506" y="194506"/>
                  <a:pt x="1277961" y="181939"/>
                  <a:pt x="1294558" y="181939"/>
                </a:cubicBezTo>
                <a:cubicBezTo>
                  <a:pt x="1311146" y="181958"/>
                  <a:pt x="1324591" y="194514"/>
                  <a:pt x="1324610" y="210009"/>
                </a:cubicBezTo>
                <a:close/>
                <a:moveTo>
                  <a:pt x="58972" y="392058"/>
                </a:moveTo>
                <a:cubicBezTo>
                  <a:pt x="58972" y="407560"/>
                  <a:pt x="45517" y="420127"/>
                  <a:pt x="28920" y="420127"/>
                </a:cubicBezTo>
                <a:cubicBezTo>
                  <a:pt x="12323" y="420127"/>
                  <a:pt x="-1132" y="407560"/>
                  <a:pt x="-1132" y="392058"/>
                </a:cubicBezTo>
                <a:cubicBezTo>
                  <a:pt x="-1132" y="376555"/>
                  <a:pt x="12323" y="363988"/>
                  <a:pt x="28920" y="363988"/>
                </a:cubicBezTo>
                <a:cubicBezTo>
                  <a:pt x="45510" y="363981"/>
                  <a:pt x="58963" y="376536"/>
                  <a:pt x="58972" y="392031"/>
                </a:cubicBezTo>
                <a:cubicBezTo>
                  <a:pt x="58972" y="392039"/>
                  <a:pt x="58972" y="392049"/>
                  <a:pt x="58972" y="392058"/>
                </a:cubicBezTo>
                <a:close/>
                <a:moveTo>
                  <a:pt x="312113" y="392058"/>
                </a:moveTo>
                <a:cubicBezTo>
                  <a:pt x="312113" y="407560"/>
                  <a:pt x="298659" y="420127"/>
                  <a:pt x="282062" y="420127"/>
                </a:cubicBezTo>
                <a:cubicBezTo>
                  <a:pt x="265466" y="420127"/>
                  <a:pt x="252010" y="407560"/>
                  <a:pt x="252010" y="392058"/>
                </a:cubicBezTo>
                <a:cubicBezTo>
                  <a:pt x="252010" y="376555"/>
                  <a:pt x="265466" y="363988"/>
                  <a:pt x="282062" y="363988"/>
                </a:cubicBezTo>
                <a:cubicBezTo>
                  <a:pt x="298650" y="364007"/>
                  <a:pt x="312095" y="376563"/>
                  <a:pt x="312113" y="392058"/>
                </a:cubicBezTo>
                <a:close/>
                <a:moveTo>
                  <a:pt x="565186" y="392058"/>
                </a:moveTo>
                <a:cubicBezTo>
                  <a:pt x="565186" y="407560"/>
                  <a:pt x="551730" y="420127"/>
                  <a:pt x="535134" y="420127"/>
                </a:cubicBezTo>
                <a:cubicBezTo>
                  <a:pt x="518537" y="420127"/>
                  <a:pt x="505082" y="407560"/>
                  <a:pt x="505082" y="392058"/>
                </a:cubicBezTo>
                <a:cubicBezTo>
                  <a:pt x="505082" y="376555"/>
                  <a:pt x="518537" y="363988"/>
                  <a:pt x="535134" y="363988"/>
                </a:cubicBezTo>
                <a:cubicBezTo>
                  <a:pt x="551723" y="363981"/>
                  <a:pt x="565176" y="376536"/>
                  <a:pt x="565186" y="392031"/>
                </a:cubicBezTo>
                <a:cubicBezTo>
                  <a:pt x="565186" y="392039"/>
                  <a:pt x="565186" y="392049"/>
                  <a:pt x="565186" y="392058"/>
                </a:cubicBezTo>
                <a:close/>
                <a:moveTo>
                  <a:pt x="818327" y="392058"/>
                </a:moveTo>
                <a:cubicBezTo>
                  <a:pt x="818327" y="407560"/>
                  <a:pt x="804873" y="420127"/>
                  <a:pt x="788276" y="420127"/>
                </a:cubicBezTo>
                <a:cubicBezTo>
                  <a:pt x="771678" y="420127"/>
                  <a:pt x="758224" y="407560"/>
                  <a:pt x="758224" y="392058"/>
                </a:cubicBezTo>
                <a:cubicBezTo>
                  <a:pt x="758224" y="376555"/>
                  <a:pt x="771678" y="363988"/>
                  <a:pt x="788276" y="363988"/>
                </a:cubicBezTo>
                <a:cubicBezTo>
                  <a:pt x="804866" y="363981"/>
                  <a:pt x="818318" y="376536"/>
                  <a:pt x="818327" y="392031"/>
                </a:cubicBezTo>
                <a:cubicBezTo>
                  <a:pt x="818327" y="392039"/>
                  <a:pt x="818327" y="392049"/>
                  <a:pt x="818327" y="392058"/>
                </a:cubicBezTo>
                <a:close/>
                <a:moveTo>
                  <a:pt x="1071469" y="392058"/>
                </a:moveTo>
                <a:cubicBezTo>
                  <a:pt x="1071469" y="407560"/>
                  <a:pt x="1058015" y="420127"/>
                  <a:pt x="1041418" y="420127"/>
                </a:cubicBezTo>
                <a:cubicBezTo>
                  <a:pt x="1024821" y="420127"/>
                  <a:pt x="1011366" y="407560"/>
                  <a:pt x="1011366" y="392058"/>
                </a:cubicBezTo>
                <a:cubicBezTo>
                  <a:pt x="1011366" y="376555"/>
                  <a:pt x="1024821" y="363988"/>
                  <a:pt x="1041418" y="363988"/>
                </a:cubicBezTo>
                <a:cubicBezTo>
                  <a:pt x="1058008" y="363981"/>
                  <a:pt x="1071461" y="376536"/>
                  <a:pt x="1071469" y="392031"/>
                </a:cubicBezTo>
                <a:cubicBezTo>
                  <a:pt x="1071469" y="392039"/>
                  <a:pt x="1071469" y="392049"/>
                  <a:pt x="1071469" y="392058"/>
                </a:cubicBezTo>
                <a:close/>
                <a:moveTo>
                  <a:pt x="1324610" y="392058"/>
                </a:moveTo>
                <a:cubicBezTo>
                  <a:pt x="1324610" y="407560"/>
                  <a:pt x="1311155" y="420127"/>
                  <a:pt x="1294558" y="420127"/>
                </a:cubicBezTo>
                <a:cubicBezTo>
                  <a:pt x="1277961" y="420127"/>
                  <a:pt x="1264506" y="407560"/>
                  <a:pt x="1264506" y="392058"/>
                </a:cubicBezTo>
                <a:cubicBezTo>
                  <a:pt x="1264506" y="376555"/>
                  <a:pt x="1277961" y="363988"/>
                  <a:pt x="1294558" y="363988"/>
                </a:cubicBezTo>
                <a:cubicBezTo>
                  <a:pt x="1311146" y="364007"/>
                  <a:pt x="1324591" y="376563"/>
                  <a:pt x="1324610" y="392058"/>
                </a:cubicBezTo>
                <a:close/>
                <a:moveTo>
                  <a:pt x="58972" y="574107"/>
                </a:moveTo>
                <a:cubicBezTo>
                  <a:pt x="58972" y="589609"/>
                  <a:pt x="45517" y="602176"/>
                  <a:pt x="28920" y="602176"/>
                </a:cubicBezTo>
                <a:cubicBezTo>
                  <a:pt x="12323" y="602176"/>
                  <a:pt x="-1132" y="589609"/>
                  <a:pt x="-1132" y="574107"/>
                </a:cubicBezTo>
                <a:cubicBezTo>
                  <a:pt x="-1132" y="558604"/>
                  <a:pt x="12323" y="546037"/>
                  <a:pt x="28920" y="546037"/>
                </a:cubicBezTo>
                <a:cubicBezTo>
                  <a:pt x="45510" y="546030"/>
                  <a:pt x="58963" y="558585"/>
                  <a:pt x="58972" y="574080"/>
                </a:cubicBezTo>
                <a:cubicBezTo>
                  <a:pt x="58972" y="574089"/>
                  <a:pt x="58972" y="574098"/>
                  <a:pt x="58972" y="574107"/>
                </a:cubicBezTo>
                <a:close/>
                <a:moveTo>
                  <a:pt x="312113" y="574107"/>
                </a:moveTo>
                <a:cubicBezTo>
                  <a:pt x="312113" y="589609"/>
                  <a:pt x="298659" y="602176"/>
                  <a:pt x="282062" y="602176"/>
                </a:cubicBezTo>
                <a:cubicBezTo>
                  <a:pt x="265466" y="602176"/>
                  <a:pt x="252010" y="589609"/>
                  <a:pt x="252010" y="574107"/>
                </a:cubicBezTo>
                <a:cubicBezTo>
                  <a:pt x="252010" y="558604"/>
                  <a:pt x="265466" y="546037"/>
                  <a:pt x="282062" y="546037"/>
                </a:cubicBezTo>
                <a:cubicBezTo>
                  <a:pt x="298650" y="546056"/>
                  <a:pt x="312095" y="558612"/>
                  <a:pt x="312113" y="574107"/>
                </a:cubicBezTo>
                <a:close/>
                <a:moveTo>
                  <a:pt x="565186" y="574107"/>
                </a:moveTo>
                <a:cubicBezTo>
                  <a:pt x="565186" y="589609"/>
                  <a:pt x="551730" y="602176"/>
                  <a:pt x="535134" y="602176"/>
                </a:cubicBezTo>
                <a:cubicBezTo>
                  <a:pt x="518537" y="602176"/>
                  <a:pt x="505082" y="589609"/>
                  <a:pt x="505082" y="574107"/>
                </a:cubicBezTo>
                <a:cubicBezTo>
                  <a:pt x="505082" y="558604"/>
                  <a:pt x="518537" y="546037"/>
                  <a:pt x="535134" y="546037"/>
                </a:cubicBezTo>
                <a:cubicBezTo>
                  <a:pt x="551723" y="546030"/>
                  <a:pt x="565176" y="558585"/>
                  <a:pt x="565186" y="574080"/>
                </a:cubicBezTo>
                <a:cubicBezTo>
                  <a:pt x="565186" y="574089"/>
                  <a:pt x="565186" y="574098"/>
                  <a:pt x="565186" y="574107"/>
                </a:cubicBezTo>
                <a:close/>
                <a:moveTo>
                  <a:pt x="818327" y="574107"/>
                </a:moveTo>
                <a:cubicBezTo>
                  <a:pt x="818327" y="589609"/>
                  <a:pt x="804873" y="602176"/>
                  <a:pt x="788276" y="602176"/>
                </a:cubicBezTo>
                <a:cubicBezTo>
                  <a:pt x="771678" y="602176"/>
                  <a:pt x="758224" y="589609"/>
                  <a:pt x="758224" y="574107"/>
                </a:cubicBezTo>
                <a:cubicBezTo>
                  <a:pt x="758224" y="558604"/>
                  <a:pt x="771678" y="546037"/>
                  <a:pt x="788276" y="546037"/>
                </a:cubicBezTo>
                <a:cubicBezTo>
                  <a:pt x="804866" y="546030"/>
                  <a:pt x="818318" y="558585"/>
                  <a:pt x="818327" y="574080"/>
                </a:cubicBezTo>
                <a:cubicBezTo>
                  <a:pt x="818327" y="574089"/>
                  <a:pt x="818327" y="574098"/>
                  <a:pt x="818327" y="574107"/>
                </a:cubicBezTo>
                <a:close/>
                <a:moveTo>
                  <a:pt x="1071469" y="574107"/>
                </a:moveTo>
                <a:cubicBezTo>
                  <a:pt x="1071469" y="589609"/>
                  <a:pt x="1058015" y="602176"/>
                  <a:pt x="1041418" y="602176"/>
                </a:cubicBezTo>
                <a:cubicBezTo>
                  <a:pt x="1024821" y="602176"/>
                  <a:pt x="1011366" y="589609"/>
                  <a:pt x="1011366" y="574107"/>
                </a:cubicBezTo>
                <a:cubicBezTo>
                  <a:pt x="1011366" y="558604"/>
                  <a:pt x="1024821" y="546037"/>
                  <a:pt x="1041418" y="546037"/>
                </a:cubicBezTo>
                <a:cubicBezTo>
                  <a:pt x="1058008" y="546030"/>
                  <a:pt x="1071461" y="558585"/>
                  <a:pt x="1071469" y="574080"/>
                </a:cubicBezTo>
                <a:cubicBezTo>
                  <a:pt x="1071469" y="574089"/>
                  <a:pt x="1071469" y="574098"/>
                  <a:pt x="1071469" y="574107"/>
                </a:cubicBezTo>
                <a:close/>
                <a:moveTo>
                  <a:pt x="1324610" y="574107"/>
                </a:moveTo>
                <a:cubicBezTo>
                  <a:pt x="1324610" y="589609"/>
                  <a:pt x="1311155" y="602176"/>
                  <a:pt x="1294558" y="602176"/>
                </a:cubicBezTo>
                <a:cubicBezTo>
                  <a:pt x="1277961" y="602176"/>
                  <a:pt x="1264506" y="589609"/>
                  <a:pt x="1264506" y="574107"/>
                </a:cubicBezTo>
                <a:cubicBezTo>
                  <a:pt x="1264506" y="558604"/>
                  <a:pt x="1277961" y="546037"/>
                  <a:pt x="1294558" y="546037"/>
                </a:cubicBezTo>
                <a:cubicBezTo>
                  <a:pt x="1311146" y="546056"/>
                  <a:pt x="1324591" y="558612"/>
                  <a:pt x="1324610" y="574107"/>
                </a:cubicBezTo>
                <a:close/>
                <a:moveTo>
                  <a:pt x="58972" y="756156"/>
                </a:moveTo>
                <a:cubicBezTo>
                  <a:pt x="58972" y="771658"/>
                  <a:pt x="45517" y="784225"/>
                  <a:pt x="28920" y="784225"/>
                </a:cubicBezTo>
                <a:cubicBezTo>
                  <a:pt x="12323" y="784225"/>
                  <a:pt x="-1132" y="771658"/>
                  <a:pt x="-1132" y="756156"/>
                </a:cubicBezTo>
                <a:cubicBezTo>
                  <a:pt x="-1132" y="740653"/>
                  <a:pt x="12323" y="728086"/>
                  <a:pt x="28920" y="728086"/>
                </a:cubicBezTo>
                <a:cubicBezTo>
                  <a:pt x="45510" y="728078"/>
                  <a:pt x="58963" y="740634"/>
                  <a:pt x="58972" y="756128"/>
                </a:cubicBezTo>
                <a:cubicBezTo>
                  <a:pt x="58972" y="756137"/>
                  <a:pt x="58972" y="756146"/>
                  <a:pt x="58972" y="756156"/>
                </a:cubicBezTo>
                <a:close/>
                <a:moveTo>
                  <a:pt x="312113" y="756156"/>
                </a:moveTo>
                <a:cubicBezTo>
                  <a:pt x="312113" y="771658"/>
                  <a:pt x="298659" y="784225"/>
                  <a:pt x="282062" y="784225"/>
                </a:cubicBezTo>
                <a:cubicBezTo>
                  <a:pt x="265466" y="784225"/>
                  <a:pt x="252010" y="771658"/>
                  <a:pt x="252010" y="756156"/>
                </a:cubicBezTo>
                <a:cubicBezTo>
                  <a:pt x="252010" y="740653"/>
                  <a:pt x="265466" y="728086"/>
                  <a:pt x="282062" y="728086"/>
                </a:cubicBezTo>
                <a:cubicBezTo>
                  <a:pt x="298650" y="728103"/>
                  <a:pt x="312095" y="740661"/>
                  <a:pt x="312113" y="756156"/>
                </a:cubicBezTo>
                <a:close/>
                <a:moveTo>
                  <a:pt x="565186" y="756156"/>
                </a:moveTo>
                <a:cubicBezTo>
                  <a:pt x="565186" y="771658"/>
                  <a:pt x="551730" y="784225"/>
                  <a:pt x="535134" y="784225"/>
                </a:cubicBezTo>
                <a:cubicBezTo>
                  <a:pt x="518537" y="784225"/>
                  <a:pt x="505082" y="771658"/>
                  <a:pt x="505082" y="756156"/>
                </a:cubicBezTo>
                <a:cubicBezTo>
                  <a:pt x="505082" y="740653"/>
                  <a:pt x="518537" y="728086"/>
                  <a:pt x="535134" y="728086"/>
                </a:cubicBezTo>
                <a:cubicBezTo>
                  <a:pt x="551723" y="728078"/>
                  <a:pt x="565176" y="740634"/>
                  <a:pt x="565186" y="756128"/>
                </a:cubicBezTo>
                <a:cubicBezTo>
                  <a:pt x="565186" y="756137"/>
                  <a:pt x="565186" y="756146"/>
                  <a:pt x="565186" y="756156"/>
                </a:cubicBezTo>
                <a:close/>
                <a:moveTo>
                  <a:pt x="818327" y="756156"/>
                </a:moveTo>
                <a:cubicBezTo>
                  <a:pt x="818327" y="771658"/>
                  <a:pt x="804873" y="784225"/>
                  <a:pt x="788276" y="784225"/>
                </a:cubicBezTo>
                <a:cubicBezTo>
                  <a:pt x="771678" y="784225"/>
                  <a:pt x="758224" y="771658"/>
                  <a:pt x="758224" y="756156"/>
                </a:cubicBezTo>
                <a:cubicBezTo>
                  <a:pt x="758224" y="740653"/>
                  <a:pt x="771678" y="728086"/>
                  <a:pt x="788276" y="728086"/>
                </a:cubicBezTo>
                <a:cubicBezTo>
                  <a:pt x="804866" y="728078"/>
                  <a:pt x="818318" y="740634"/>
                  <a:pt x="818327" y="756128"/>
                </a:cubicBezTo>
                <a:cubicBezTo>
                  <a:pt x="818327" y="756137"/>
                  <a:pt x="818327" y="756146"/>
                  <a:pt x="818327" y="756156"/>
                </a:cubicBezTo>
                <a:close/>
                <a:moveTo>
                  <a:pt x="1071469" y="756156"/>
                </a:moveTo>
                <a:cubicBezTo>
                  <a:pt x="1071469" y="771658"/>
                  <a:pt x="1058015" y="784225"/>
                  <a:pt x="1041418" y="784225"/>
                </a:cubicBezTo>
                <a:cubicBezTo>
                  <a:pt x="1024821" y="784225"/>
                  <a:pt x="1011366" y="771658"/>
                  <a:pt x="1011366" y="756156"/>
                </a:cubicBezTo>
                <a:cubicBezTo>
                  <a:pt x="1011366" y="740653"/>
                  <a:pt x="1024821" y="728086"/>
                  <a:pt x="1041418" y="728086"/>
                </a:cubicBezTo>
                <a:cubicBezTo>
                  <a:pt x="1058008" y="728078"/>
                  <a:pt x="1071461" y="740634"/>
                  <a:pt x="1071469" y="756128"/>
                </a:cubicBezTo>
                <a:cubicBezTo>
                  <a:pt x="1071469" y="756137"/>
                  <a:pt x="1071469" y="756146"/>
                  <a:pt x="1071469" y="756156"/>
                </a:cubicBezTo>
                <a:close/>
                <a:moveTo>
                  <a:pt x="1324610" y="756156"/>
                </a:moveTo>
                <a:cubicBezTo>
                  <a:pt x="1324610" y="771658"/>
                  <a:pt x="1311155" y="784225"/>
                  <a:pt x="1294558" y="784225"/>
                </a:cubicBezTo>
                <a:cubicBezTo>
                  <a:pt x="1277961" y="784225"/>
                  <a:pt x="1264506" y="771658"/>
                  <a:pt x="1264506" y="756156"/>
                </a:cubicBezTo>
                <a:cubicBezTo>
                  <a:pt x="1264506" y="740653"/>
                  <a:pt x="1277961" y="728086"/>
                  <a:pt x="1294558" y="728086"/>
                </a:cubicBezTo>
                <a:cubicBezTo>
                  <a:pt x="1311146" y="728103"/>
                  <a:pt x="1324591" y="740661"/>
                  <a:pt x="1324610" y="756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2"/>
          <p:cNvSpPr/>
          <p:nvPr/>
        </p:nvSpPr>
        <p:spPr>
          <a:xfrm>
            <a:off x="10314940" y="574040"/>
            <a:ext cx="1324610" cy="784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5022850" y="5788025"/>
            <a:ext cx="313245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汇报人：23201233-</a:t>
            </a:r>
            <a:r>
              <a:rPr lang="zh-CN" alt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张鹏</a:t>
            </a:r>
            <a:endParaRPr lang="zh-CN" altLang="en-US" sz="2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4"/>
          <p:cNvSpPr/>
          <p:nvPr/>
        </p:nvSpPr>
        <p:spPr>
          <a:xfrm>
            <a:off x="8154670" y="5788025"/>
            <a:ext cx="3360420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汇报时间：2025/12/10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979170" y="3589020"/>
            <a:ext cx="1324610" cy="784225"/>
          </a:xfrm>
          <a:custGeom>
            <a:avLst/>
            <a:gdLst/>
            <a:ahLst/>
            <a:cxnLst/>
            <a:rect l="l" t="t" r="r" b="b"/>
            <a:pathLst>
              <a:path w="1324610" h="784225">
                <a:moveTo>
                  <a:pt x="58972" y="27960"/>
                </a:moveTo>
                <a:cubicBezTo>
                  <a:pt x="58972" y="43462"/>
                  <a:pt x="45517" y="56029"/>
                  <a:pt x="28920" y="56029"/>
                </a:cubicBezTo>
                <a:cubicBezTo>
                  <a:pt x="12323" y="56029"/>
                  <a:pt x="-1132" y="43462"/>
                  <a:pt x="-1132" y="27960"/>
                </a:cubicBezTo>
                <a:cubicBezTo>
                  <a:pt x="-1132" y="12458"/>
                  <a:pt x="12323" y="-110"/>
                  <a:pt x="28920" y="-110"/>
                </a:cubicBezTo>
                <a:cubicBezTo>
                  <a:pt x="45510" y="-117"/>
                  <a:pt x="58963" y="12439"/>
                  <a:pt x="58972" y="27933"/>
                </a:cubicBezTo>
                <a:cubicBezTo>
                  <a:pt x="58972" y="27943"/>
                  <a:pt x="58972" y="27951"/>
                  <a:pt x="58972" y="27960"/>
                </a:cubicBezTo>
                <a:close/>
                <a:moveTo>
                  <a:pt x="312113" y="27960"/>
                </a:moveTo>
                <a:cubicBezTo>
                  <a:pt x="312113" y="43462"/>
                  <a:pt x="298659" y="56029"/>
                  <a:pt x="282062" y="56029"/>
                </a:cubicBezTo>
                <a:cubicBezTo>
                  <a:pt x="265466" y="56029"/>
                  <a:pt x="252010" y="43462"/>
                  <a:pt x="252010" y="27960"/>
                </a:cubicBezTo>
                <a:cubicBezTo>
                  <a:pt x="252010" y="12458"/>
                  <a:pt x="265466" y="-110"/>
                  <a:pt x="282062" y="-110"/>
                </a:cubicBezTo>
                <a:cubicBezTo>
                  <a:pt x="298650" y="-91"/>
                  <a:pt x="312095" y="12465"/>
                  <a:pt x="312113" y="27960"/>
                </a:cubicBezTo>
                <a:close/>
                <a:moveTo>
                  <a:pt x="565186" y="27960"/>
                </a:moveTo>
                <a:cubicBezTo>
                  <a:pt x="565186" y="43462"/>
                  <a:pt x="551730" y="56029"/>
                  <a:pt x="535134" y="56029"/>
                </a:cubicBezTo>
                <a:cubicBezTo>
                  <a:pt x="518537" y="56029"/>
                  <a:pt x="505082" y="43462"/>
                  <a:pt x="505082" y="27960"/>
                </a:cubicBezTo>
                <a:cubicBezTo>
                  <a:pt x="505082" y="12458"/>
                  <a:pt x="518537" y="-110"/>
                  <a:pt x="535134" y="-110"/>
                </a:cubicBezTo>
                <a:cubicBezTo>
                  <a:pt x="551723" y="-117"/>
                  <a:pt x="565176" y="12439"/>
                  <a:pt x="565186" y="27933"/>
                </a:cubicBezTo>
                <a:cubicBezTo>
                  <a:pt x="565186" y="27943"/>
                  <a:pt x="565186" y="27951"/>
                  <a:pt x="565186" y="27960"/>
                </a:cubicBezTo>
                <a:close/>
                <a:moveTo>
                  <a:pt x="818327" y="27960"/>
                </a:moveTo>
                <a:cubicBezTo>
                  <a:pt x="818327" y="43462"/>
                  <a:pt x="804873" y="56029"/>
                  <a:pt x="788276" y="56029"/>
                </a:cubicBezTo>
                <a:cubicBezTo>
                  <a:pt x="771678" y="56029"/>
                  <a:pt x="758224" y="43462"/>
                  <a:pt x="758224" y="27960"/>
                </a:cubicBezTo>
                <a:cubicBezTo>
                  <a:pt x="758224" y="12458"/>
                  <a:pt x="771678" y="-110"/>
                  <a:pt x="788276" y="-110"/>
                </a:cubicBezTo>
                <a:cubicBezTo>
                  <a:pt x="804866" y="-117"/>
                  <a:pt x="818318" y="12439"/>
                  <a:pt x="818327" y="27933"/>
                </a:cubicBezTo>
                <a:cubicBezTo>
                  <a:pt x="818327" y="27943"/>
                  <a:pt x="818327" y="27951"/>
                  <a:pt x="818327" y="27960"/>
                </a:cubicBezTo>
                <a:close/>
                <a:moveTo>
                  <a:pt x="1071469" y="27960"/>
                </a:moveTo>
                <a:cubicBezTo>
                  <a:pt x="1071469" y="43462"/>
                  <a:pt x="1058015" y="56029"/>
                  <a:pt x="1041418" y="56029"/>
                </a:cubicBezTo>
                <a:cubicBezTo>
                  <a:pt x="1024821" y="56029"/>
                  <a:pt x="1011366" y="43462"/>
                  <a:pt x="1011366" y="27960"/>
                </a:cubicBezTo>
                <a:cubicBezTo>
                  <a:pt x="1011366" y="12458"/>
                  <a:pt x="1024821" y="-110"/>
                  <a:pt x="1041418" y="-110"/>
                </a:cubicBezTo>
                <a:cubicBezTo>
                  <a:pt x="1058008" y="-117"/>
                  <a:pt x="1071461" y="12439"/>
                  <a:pt x="1071469" y="27933"/>
                </a:cubicBezTo>
                <a:cubicBezTo>
                  <a:pt x="1071469" y="27943"/>
                  <a:pt x="1071469" y="27951"/>
                  <a:pt x="1071469" y="27960"/>
                </a:cubicBezTo>
                <a:close/>
                <a:moveTo>
                  <a:pt x="1324610" y="27960"/>
                </a:moveTo>
                <a:cubicBezTo>
                  <a:pt x="1324610" y="43462"/>
                  <a:pt x="1311155" y="56029"/>
                  <a:pt x="1294558" y="56029"/>
                </a:cubicBezTo>
                <a:cubicBezTo>
                  <a:pt x="1277961" y="56029"/>
                  <a:pt x="1264506" y="43462"/>
                  <a:pt x="1264506" y="27960"/>
                </a:cubicBezTo>
                <a:cubicBezTo>
                  <a:pt x="1264506" y="12458"/>
                  <a:pt x="1277961" y="-110"/>
                  <a:pt x="1294558" y="-110"/>
                </a:cubicBezTo>
                <a:cubicBezTo>
                  <a:pt x="1311146" y="-91"/>
                  <a:pt x="1324591" y="12465"/>
                  <a:pt x="1324610" y="27960"/>
                </a:cubicBezTo>
                <a:close/>
                <a:moveTo>
                  <a:pt x="58972" y="210009"/>
                </a:moveTo>
                <a:cubicBezTo>
                  <a:pt x="58972" y="225511"/>
                  <a:pt x="45517" y="238078"/>
                  <a:pt x="28920" y="238078"/>
                </a:cubicBezTo>
                <a:cubicBezTo>
                  <a:pt x="12323" y="238078"/>
                  <a:pt x="-1132" y="225511"/>
                  <a:pt x="-1132" y="210009"/>
                </a:cubicBezTo>
                <a:cubicBezTo>
                  <a:pt x="-1132" y="194506"/>
                  <a:pt x="12323" y="181939"/>
                  <a:pt x="28920" y="181939"/>
                </a:cubicBezTo>
                <a:cubicBezTo>
                  <a:pt x="45510" y="181932"/>
                  <a:pt x="58963" y="194488"/>
                  <a:pt x="58972" y="209983"/>
                </a:cubicBezTo>
                <a:cubicBezTo>
                  <a:pt x="58972" y="209992"/>
                  <a:pt x="58972" y="210000"/>
                  <a:pt x="58972" y="210009"/>
                </a:cubicBezTo>
                <a:close/>
                <a:moveTo>
                  <a:pt x="312113" y="210009"/>
                </a:moveTo>
                <a:cubicBezTo>
                  <a:pt x="312113" y="225511"/>
                  <a:pt x="298659" y="238078"/>
                  <a:pt x="282062" y="238078"/>
                </a:cubicBezTo>
                <a:cubicBezTo>
                  <a:pt x="265466" y="238078"/>
                  <a:pt x="252010" y="225511"/>
                  <a:pt x="252010" y="210009"/>
                </a:cubicBezTo>
                <a:cubicBezTo>
                  <a:pt x="252010" y="194506"/>
                  <a:pt x="265466" y="181939"/>
                  <a:pt x="282062" y="181939"/>
                </a:cubicBezTo>
                <a:cubicBezTo>
                  <a:pt x="298650" y="181958"/>
                  <a:pt x="312095" y="194514"/>
                  <a:pt x="312113" y="210009"/>
                </a:cubicBezTo>
                <a:close/>
                <a:moveTo>
                  <a:pt x="565186" y="210009"/>
                </a:moveTo>
                <a:cubicBezTo>
                  <a:pt x="565186" y="225511"/>
                  <a:pt x="551730" y="238078"/>
                  <a:pt x="535134" y="238078"/>
                </a:cubicBezTo>
                <a:cubicBezTo>
                  <a:pt x="518537" y="238078"/>
                  <a:pt x="505082" y="225511"/>
                  <a:pt x="505082" y="210009"/>
                </a:cubicBezTo>
                <a:cubicBezTo>
                  <a:pt x="505082" y="194506"/>
                  <a:pt x="518537" y="181939"/>
                  <a:pt x="535134" y="181939"/>
                </a:cubicBezTo>
                <a:cubicBezTo>
                  <a:pt x="551723" y="181932"/>
                  <a:pt x="565176" y="194488"/>
                  <a:pt x="565186" y="209983"/>
                </a:cubicBezTo>
                <a:cubicBezTo>
                  <a:pt x="565186" y="209992"/>
                  <a:pt x="565186" y="210000"/>
                  <a:pt x="565186" y="210009"/>
                </a:cubicBezTo>
                <a:close/>
                <a:moveTo>
                  <a:pt x="818327" y="210009"/>
                </a:moveTo>
                <a:cubicBezTo>
                  <a:pt x="818327" y="225511"/>
                  <a:pt x="804873" y="238078"/>
                  <a:pt x="788276" y="238078"/>
                </a:cubicBezTo>
                <a:cubicBezTo>
                  <a:pt x="771678" y="238078"/>
                  <a:pt x="758224" y="225511"/>
                  <a:pt x="758224" y="210009"/>
                </a:cubicBezTo>
                <a:cubicBezTo>
                  <a:pt x="758224" y="194506"/>
                  <a:pt x="771678" y="181939"/>
                  <a:pt x="788276" y="181939"/>
                </a:cubicBezTo>
                <a:cubicBezTo>
                  <a:pt x="804866" y="181932"/>
                  <a:pt x="818318" y="194488"/>
                  <a:pt x="818327" y="209983"/>
                </a:cubicBezTo>
                <a:cubicBezTo>
                  <a:pt x="818327" y="209992"/>
                  <a:pt x="818327" y="210000"/>
                  <a:pt x="818327" y="210009"/>
                </a:cubicBezTo>
                <a:close/>
                <a:moveTo>
                  <a:pt x="1071469" y="210009"/>
                </a:moveTo>
                <a:cubicBezTo>
                  <a:pt x="1071469" y="225511"/>
                  <a:pt x="1058015" y="238078"/>
                  <a:pt x="1041418" y="238078"/>
                </a:cubicBezTo>
                <a:cubicBezTo>
                  <a:pt x="1024821" y="238078"/>
                  <a:pt x="1011366" y="225511"/>
                  <a:pt x="1011366" y="210009"/>
                </a:cubicBezTo>
                <a:cubicBezTo>
                  <a:pt x="1011366" y="194506"/>
                  <a:pt x="1024821" y="181939"/>
                  <a:pt x="1041418" y="181939"/>
                </a:cubicBezTo>
                <a:cubicBezTo>
                  <a:pt x="1058008" y="181932"/>
                  <a:pt x="1071461" y="194488"/>
                  <a:pt x="1071469" y="209983"/>
                </a:cubicBezTo>
                <a:cubicBezTo>
                  <a:pt x="1071469" y="209992"/>
                  <a:pt x="1071469" y="210000"/>
                  <a:pt x="1071469" y="210009"/>
                </a:cubicBezTo>
                <a:close/>
                <a:moveTo>
                  <a:pt x="1324610" y="210009"/>
                </a:moveTo>
                <a:cubicBezTo>
                  <a:pt x="1324610" y="225511"/>
                  <a:pt x="1311155" y="238078"/>
                  <a:pt x="1294558" y="238078"/>
                </a:cubicBezTo>
                <a:cubicBezTo>
                  <a:pt x="1277961" y="238078"/>
                  <a:pt x="1264506" y="225511"/>
                  <a:pt x="1264506" y="210009"/>
                </a:cubicBezTo>
                <a:cubicBezTo>
                  <a:pt x="1264506" y="194506"/>
                  <a:pt x="1277961" y="181939"/>
                  <a:pt x="1294558" y="181939"/>
                </a:cubicBezTo>
                <a:cubicBezTo>
                  <a:pt x="1311146" y="181958"/>
                  <a:pt x="1324591" y="194514"/>
                  <a:pt x="1324610" y="210009"/>
                </a:cubicBezTo>
                <a:close/>
                <a:moveTo>
                  <a:pt x="58972" y="392058"/>
                </a:moveTo>
                <a:cubicBezTo>
                  <a:pt x="58972" y="407560"/>
                  <a:pt x="45517" y="420127"/>
                  <a:pt x="28920" y="420127"/>
                </a:cubicBezTo>
                <a:cubicBezTo>
                  <a:pt x="12323" y="420127"/>
                  <a:pt x="-1132" y="407560"/>
                  <a:pt x="-1132" y="392058"/>
                </a:cubicBezTo>
                <a:cubicBezTo>
                  <a:pt x="-1132" y="376555"/>
                  <a:pt x="12323" y="363988"/>
                  <a:pt x="28920" y="363988"/>
                </a:cubicBezTo>
                <a:cubicBezTo>
                  <a:pt x="45510" y="363981"/>
                  <a:pt x="58963" y="376536"/>
                  <a:pt x="58972" y="392031"/>
                </a:cubicBezTo>
                <a:cubicBezTo>
                  <a:pt x="58972" y="392039"/>
                  <a:pt x="58972" y="392049"/>
                  <a:pt x="58972" y="392058"/>
                </a:cubicBezTo>
                <a:close/>
                <a:moveTo>
                  <a:pt x="312113" y="392058"/>
                </a:moveTo>
                <a:cubicBezTo>
                  <a:pt x="312113" y="407560"/>
                  <a:pt x="298659" y="420127"/>
                  <a:pt x="282062" y="420127"/>
                </a:cubicBezTo>
                <a:cubicBezTo>
                  <a:pt x="265466" y="420127"/>
                  <a:pt x="252010" y="407560"/>
                  <a:pt x="252010" y="392058"/>
                </a:cubicBezTo>
                <a:cubicBezTo>
                  <a:pt x="252010" y="376555"/>
                  <a:pt x="265466" y="363988"/>
                  <a:pt x="282062" y="363988"/>
                </a:cubicBezTo>
                <a:cubicBezTo>
                  <a:pt x="298650" y="364007"/>
                  <a:pt x="312095" y="376563"/>
                  <a:pt x="312113" y="392058"/>
                </a:cubicBezTo>
                <a:close/>
                <a:moveTo>
                  <a:pt x="565186" y="392058"/>
                </a:moveTo>
                <a:cubicBezTo>
                  <a:pt x="565186" y="407560"/>
                  <a:pt x="551730" y="420127"/>
                  <a:pt x="535134" y="420127"/>
                </a:cubicBezTo>
                <a:cubicBezTo>
                  <a:pt x="518537" y="420127"/>
                  <a:pt x="505082" y="407560"/>
                  <a:pt x="505082" y="392058"/>
                </a:cubicBezTo>
                <a:cubicBezTo>
                  <a:pt x="505082" y="376555"/>
                  <a:pt x="518537" y="363988"/>
                  <a:pt x="535134" y="363988"/>
                </a:cubicBezTo>
                <a:cubicBezTo>
                  <a:pt x="551723" y="363981"/>
                  <a:pt x="565176" y="376536"/>
                  <a:pt x="565186" y="392031"/>
                </a:cubicBezTo>
                <a:cubicBezTo>
                  <a:pt x="565186" y="392039"/>
                  <a:pt x="565186" y="392049"/>
                  <a:pt x="565186" y="392058"/>
                </a:cubicBezTo>
                <a:close/>
                <a:moveTo>
                  <a:pt x="818327" y="392058"/>
                </a:moveTo>
                <a:cubicBezTo>
                  <a:pt x="818327" y="407560"/>
                  <a:pt x="804873" y="420127"/>
                  <a:pt x="788276" y="420127"/>
                </a:cubicBezTo>
                <a:cubicBezTo>
                  <a:pt x="771678" y="420127"/>
                  <a:pt x="758224" y="407560"/>
                  <a:pt x="758224" y="392058"/>
                </a:cubicBezTo>
                <a:cubicBezTo>
                  <a:pt x="758224" y="376555"/>
                  <a:pt x="771678" y="363988"/>
                  <a:pt x="788276" y="363988"/>
                </a:cubicBezTo>
                <a:cubicBezTo>
                  <a:pt x="804866" y="363981"/>
                  <a:pt x="818318" y="376536"/>
                  <a:pt x="818327" y="392031"/>
                </a:cubicBezTo>
                <a:cubicBezTo>
                  <a:pt x="818327" y="392039"/>
                  <a:pt x="818327" y="392049"/>
                  <a:pt x="818327" y="392058"/>
                </a:cubicBezTo>
                <a:close/>
                <a:moveTo>
                  <a:pt x="1071469" y="392058"/>
                </a:moveTo>
                <a:cubicBezTo>
                  <a:pt x="1071469" y="407560"/>
                  <a:pt x="1058015" y="420127"/>
                  <a:pt x="1041418" y="420127"/>
                </a:cubicBezTo>
                <a:cubicBezTo>
                  <a:pt x="1024821" y="420127"/>
                  <a:pt x="1011366" y="407560"/>
                  <a:pt x="1011366" y="392058"/>
                </a:cubicBezTo>
                <a:cubicBezTo>
                  <a:pt x="1011366" y="376555"/>
                  <a:pt x="1024821" y="363988"/>
                  <a:pt x="1041418" y="363988"/>
                </a:cubicBezTo>
                <a:cubicBezTo>
                  <a:pt x="1058008" y="363981"/>
                  <a:pt x="1071461" y="376536"/>
                  <a:pt x="1071469" y="392031"/>
                </a:cubicBezTo>
                <a:cubicBezTo>
                  <a:pt x="1071469" y="392039"/>
                  <a:pt x="1071469" y="392049"/>
                  <a:pt x="1071469" y="392058"/>
                </a:cubicBezTo>
                <a:close/>
                <a:moveTo>
                  <a:pt x="1324610" y="392058"/>
                </a:moveTo>
                <a:cubicBezTo>
                  <a:pt x="1324610" y="407560"/>
                  <a:pt x="1311155" y="420127"/>
                  <a:pt x="1294558" y="420127"/>
                </a:cubicBezTo>
                <a:cubicBezTo>
                  <a:pt x="1277961" y="420127"/>
                  <a:pt x="1264506" y="407560"/>
                  <a:pt x="1264506" y="392058"/>
                </a:cubicBezTo>
                <a:cubicBezTo>
                  <a:pt x="1264506" y="376555"/>
                  <a:pt x="1277961" y="363988"/>
                  <a:pt x="1294558" y="363988"/>
                </a:cubicBezTo>
                <a:cubicBezTo>
                  <a:pt x="1311146" y="364007"/>
                  <a:pt x="1324591" y="376563"/>
                  <a:pt x="1324610" y="392058"/>
                </a:cubicBezTo>
                <a:close/>
                <a:moveTo>
                  <a:pt x="58972" y="574107"/>
                </a:moveTo>
                <a:cubicBezTo>
                  <a:pt x="58972" y="589609"/>
                  <a:pt x="45517" y="602176"/>
                  <a:pt x="28920" y="602176"/>
                </a:cubicBezTo>
                <a:cubicBezTo>
                  <a:pt x="12323" y="602176"/>
                  <a:pt x="-1132" y="589609"/>
                  <a:pt x="-1132" y="574107"/>
                </a:cubicBezTo>
                <a:cubicBezTo>
                  <a:pt x="-1132" y="558604"/>
                  <a:pt x="12323" y="546037"/>
                  <a:pt x="28920" y="546037"/>
                </a:cubicBezTo>
                <a:cubicBezTo>
                  <a:pt x="45510" y="546030"/>
                  <a:pt x="58963" y="558585"/>
                  <a:pt x="58972" y="574080"/>
                </a:cubicBezTo>
                <a:cubicBezTo>
                  <a:pt x="58972" y="574089"/>
                  <a:pt x="58972" y="574098"/>
                  <a:pt x="58972" y="574107"/>
                </a:cubicBezTo>
                <a:close/>
                <a:moveTo>
                  <a:pt x="312113" y="574107"/>
                </a:moveTo>
                <a:cubicBezTo>
                  <a:pt x="312113" y="589609"/>
                  <a:pt x="298659" y="602176"/>
                  <a:pt x="282062" y="602176"/>
                </a:cubicBezTo>
                <a:cubicBezTo>
                  <a:pt x="265466" y="602176"/>
                  <a:pt x="252010" y="589609"/>
                  <a:pt x="252010" y="574107"/>
                </a:cubicBezTo>
                <a:cubicBezTo>
                  <a:pt x="252010" y="558604"/>
                  <a:pt x="265466" y="546037"/>
                  <a:pt x="282062" y="546037"/>
                </a:cubicBezTo>
                <a:cubicBezTo>
                  <a:pt x="298650" y="546056"/>
                  <a:pt x="312095" y="558612"/>
                  <a:pt x="312113" y="574107"/>
                </a:cubicBezTo>
                <a:close/>
                <a:moveTo>
                  <a:pt x="565186" y="574107"/>
                </a:moveTo>
                <a:cubicBezTo>
                  <a:pt x="565186" y="589609"/>
                  <a:pt x="551730" y="602176"/>
                  <a:pt x="535134" y="602176"/>
                </a:cubicBezTo>
                <a:cubicBezTo>
                  <a:pt x="518537" y="602176"/>
                  <a:pt x="505082" y="589609"/>
                  <a:pt x="505082" y="574107"/>
                </a:cubicBezTo>
                <a:cubicBezTo>
                  <a:pt x="505082" y="558604"/>
                  <a:pt x="518537" y="546037"/>
                  <a:pt x="535134" y="546037"/>
                </a:cubicBezTo>
                <a:cubicBezTo>
                  <a:pt x="551723" y="546030"/>
                  <a:pt x="565176" y="558585"/>
                  <a:pt x="565186" y="574080"/>
                </a:cubicBezTo>
                <a:cubicBezTo>
                  <a:pt x="565186" y="574089"/>
                  <a:pt x="565186" y="574098"/>
                  <a:pt x="565186" y="574107"/>
                </a:cubicBezTo>
                <a:close/>
                <a:moveTo>
                  <a:pt x="818327" y="574107"/>
                </a:moveTo>
                <a:cubicBezTo>
                  <a:pt x="818327" y="589609"/>
                  <a:pt x="804873" y="602176"/>
                  <a:pt x="788276" y="602176"/>
                </a:cubicBezTo>
                <a:cubicBezTo>
                  <a:pt x="771678" y="602176"/>
                  <a:pt x="758224" y="589609"/>
                  <a:pt x="758224" y="574107"/>
                </a:cubicBezTo>
                <a:cubicBezTo>
                  <a:pt x="758224" y="558604"/>
                  <a:pt x="771678" y="546037"/>
                  <a:pt x="788276" y="546037"/>
                </a:cubicBezTo>
                <a:cubicBezTo>
                  <a:pt x="804866" y="546030"/>
                  <a:pt x="818318" y="558585"/>
                  <a:pt x="818327" y="574080"/>
                </a:cubicBezTo>
                <a:cubicBezTo>
                  <a:pt x="818327" y="574089"/>
                  <a:pt x="818327" y="574098"/>
                  <a:pt x="818327" y="574107"/>
                </a:cubicBezTo>
                <a:close/>
                <a:moveTo>
                  <a:pt x="1071469" y="574107"/>
                </a:moveTo>
                <a:cubicBezTo>
                  <a:pt x="1071469" y="589609"/>
                  <a:pt x="1058015" y="602176"/>
                  <a:pt x="1041418" y="602176"/>
                </a:cubicBezTo>
                <a:cubicBezTo>
                  <a:pt x="1024821" y="602176"/>
                  <a:pt x="1011366" y="589609"/>
                  <a:pt x="1011366" y="574107"/>
                </a:cubicBezTo>
                <a:cubicBezTo>
                  <a:pt x="1011366" y="558604"/>
                  <a:pt x="1024821" y="546037"/>
                  <a:pt x="1041418" y="546037"/>
                </a:cubicBezTo>
                <a:cubicBezTo>
                  <a:pt x="1058008" y="546030"/>
                  <a:pt x="1071461" y="558585"/>
                  <a:pt x="1071469" y="574080"/>
                </a:cubicBezTo>
                <a:cubicBezTo>
                  <a:pt x="1071469" y="574089"/>
                  <a:pt x="1071469" y="574098"/>
                  <a:pt x="1071469" y="574107"/>
                </a:cubicBezTo>
                <a:close/>
                <a:moveTo>
                  <a:pt x="1324610" y="574107"/>
                </a:moveTo>
                <a:cubicBezTo>
                  <a:pt x="1324610" y="589609"/>
                  <a:pt x="1311155" y="602176"/>
                  <a:pt x="1294558" y="602176"/>
                </a:cubicBezTo>
                <a:cubicBezTo>
                  <a:pt x="1277961" y="602176"/>
                  <a:pt x="1264506" y="589609"/>
                  <a:pt x="1264506" y="574107"/>
                </a:cubicBezTo>
                <a:cubicBezTo>
                  <a:pt x="1264506" y="558604"/>
                  <a:pt x="1277961" y="546037"/>
                  <a:pt x="1294558" y="546037"/>
                </a:cubicBezTo>
                <a:cubicBezTo>
                  <a:pt x="1311146" y="546056"/>
                  <a:pt x="1324591" y="558612"/>
                  <a:pt x="1324610" y="574107"/>
                </a:cubicBezTo>
                <a:close/>
                <a:moveTo>
                  <a:pt x="58972" y="756156"/>
                </a:moveTo>
                <a:cubicBezTo>
                  <a:pt x="58972" y="771658"/>
                  <a:pt x="45517" y="784225"/>
                  <a:pt x="28920" y="784225"/>
                </a:cubicBezTo>
                <a:cubicBezTo>
                  <a:pt x="12323" y="784225"/>
                  <a:pt x="-1132" y="771658"/>
                  <a:pt x="-1132" y="756156"/>
                </a:cubicBezTo>
                <a:cubicBezTo>
                  <a:pt x="-1132" y="740653"/>
                  <a:pt x="12323" y="728086"/>
                  <a:pt x="28920" y="728086"/>
                </a:cubicBezTo>
                <a:cubicBezTo>
                  <a:pt x="45510" y="728078"/>
                  <a:pt x="58963" y="740634"/>
                  <a:pt x="58972" y="756128"/>
                </a:cubicBezTo>
                <a:cubicBezTo>
                  <a:pt x="58972" y="756137"/>
                  <a:pt x="58972" y="756146"/>
                  <a:pt x="58972" y="756156"/>
                </a:cubicBezTo>
                <a:close/>
                <a:moveTo>
                  <a:pt x="312113" y="756156"/>
                </a:moveTo>
                <a:cubicBezTo>
                  <a:pt x="312113" y="771658"/>
                  <a:pt x="298659" y="784225"/>
                  <a:pt x="282062" y="784225"/>
                </a:cubicBezTo>
                <a:cubicBezTo>
                  <a:pt x="265466" y="784225"/>
                  <a:pt x="252010" y="771658"/>
                  <a:pt x="252010" y="756156"/>
                </a:cubicBezTo>
                <a:cubicBezTo>
                  <a:pt x="252010" y="740653"/>
                  <a:pt x="265466" y="728086"/>
                  <a:pt x="282062" y="728086"/>
                </a:cubicBezTo>
                <a:cubicBezTo>
                  <a:pt x="298650" y="728103"/>
                  <a:pt x="312095" y="740661"/>
                  <a:pt x="312113" y="756156"/>
                </a:cubicBezTo>
                <a:close/>
                <a:moveTo>
                  <a:pt x="565186" y="756156"/>
                </a:moveTo>
                <a:cubicBezTo>
                  <a:pt x="565186" y="771658"/>
                  <a:pt x="551730" y="784225"/>
                  <a:pt x="535134" y="784225"/>
                </a:cubicBezTo>
                <a:cubicBezTo>
                  <a:pt x="518537" y="784225"/>
                  <a:pt x="505082" y="771658"/>
                  <a:pt x="505082" y="756156"/>
                </a:cubicBezTo>
                <a:cubicBezTo>
                  <a:pt x="505082" y="740653"/>
                  <a:pt x="518537" y="728086"/>
                  <a:pt x="535134" y="728086"/>
                </a:cubicBezTo>
                <a:cubicBezTo>
                  <a:pt x="551723" y="728078"/>
                  <a:pt x="565176" y="740634"/>
                  <a:pt x="565186" y="756128"/>
                </a:cubicBezTo>
                <a:cubicBezTo>
                  <a:pt x="565186" y="756137"/>
                  <a:pt x="565186" y="756146"/>
                  <a:pt x="565186" y="756156"/>
                </a:cubicBezTo>
                <a:close/>
                <a:moveTo>
                  <a:pt x="818327" y="756156"/>
                </a:moveTo>
                <a:cubicBezTo>
                  <a:pt x="818327" y="771658"/>
                  <a:pt x="804873" y="784225"/>
                  <a:pt x="788276" y="784225"/>
                </a:cubicBezTo>
                <a:cubicBezTo>
                  <a:pt x="771678" y="784225"/>
                  <a:pt x="758224" y="771658"/>
                  <a:pt x="758224" y="756156"/>
                </a:cubicBezTo>
                <a:cubicBezTo>
                  <a:pt x="758224" y="740653"/>
                  <a:pt x="771678" y="728086"/>
                  <a:pt x="788276" y="728086"/>
                </a:cubicBezTo>
                <a:cubicBezTo>
                  <a:pt x="804866" y="728078"/>
                  <a:pt x="818318" y="740634"/>
                  <a:pt x="818327" y="756128"/>
                </a:cubicBezTo>
                <a:cubicBezTo>
                  <a:pt x="818327" y="756137"/>
                  <a:pt x="818327" y="756146"/>
                  <a:pt x="818327" y="756156"/>
                </a:cubicBezTo>
                <a:close/>
                <a:moveTo>
                  <a:pt x="1071469" y="756156"/>
                </a:moveTo>
                <a:cubicBezTo>
                  <a:pt x="1071469" y="771658"/>
                  <a:pt x="1058015" y="784225"/>
                  <a:pt x="1041418" y="784225"/>
                </a:cubicBezTo>
                <a:cubicBezTo>
                  <a:pt x="1024821" y="784225"/>
                  <a:pt x="1011366" y="771658"/>
                  <a:pt x="1011366" y="756156"/>
                </a:cubicBezTo>
                <a:cubicBezTo>
                  <a:pt x="1011366" y="740653"/>
                  <a:pt x="1024821" y="728086"/>
                  <a:pt x="1041418" y="728086"/>
                </a:cubicBezTo>
                <a:cubicBezTo>
                  <a:pt x="1058008" y="728078"/>
                  <a:pt x="1071461" y="740634"/>
                  <a:pt x="1071469" y="756128"/>
                </a:cubicBezTo>
                <a:cubicBezTo>
                  <a:pt x="1071469" y="756137"/>
                  <a:pt x="1071469" y="756146"/>
                  <a:pt x="1071469" y="756156"/>
                </a:cubicBezTo>
                <a:close/>
                <a:moveTo>
                  <a:pt x="1324610" y="756156"/>
                </a:moveTo>
                <a:cubicBezTo>
                  <a:pt x="1324610" y="771658"/>
                  <a:pt x="1311155" y="784225"/>
                  <a:pt x="1294558" y="784225"/>
                </a:cubicBezTo>
                <a:cubicBezTo>
                  <a:pt x="1277961" y="784225"/>
                  <a:pt x="1264506" y="771658"/>
                  <a:pt x="1264506" y="756156"/>
                </a:cubicBezTo>
                <a:cubicBezTo>
                  <a:pt x="1264506" y="740653"/>
                  <a:pt x="1277961" y="728086"/>
                  <a:pt x="1294558" y="728086"/>
                </a:cubicBezTo>
                <a:cubicBezTo>
                  <a:pt x="1311146" y="728103"/>
                  <a:pt x="1324591" y="740661"/>
                  <a:pt x="1324610" y="756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6"/>
          <p:cNvSpPr/>
          <p:nvPr/>
        </p:nvSpPr>
        <p:spPr>
          <a:xfrm>
            <a:off x="979170" y="3589020"/>
            <a:ext cx="1324610" cy="784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5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2-d3l4j4gs8jdo4os5ek60.jpg"/>
          <p:cNvPicPr>
            <a:picLocks noChangeAspect="1"/>
          </p:cNvPicPr>
          <p:nvPr/>
        </p:nvPicPr>
        <p:blipFill>
          <a:blip r:embed="rId1">
            <a:alphaModFix amt="26000"/>
          </a:blip>
          <a:stretch>
            <a:fillRect/>
          </a:stretch>
        </p:blipFill>
        <p:spPr>
          <a:xfrm>
            <a:off x="0" y="0"/>
            <a:ext cx="12213590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2"/>
          <a:srcRect l="7886" r="-4156" b="-1269"/>
          <a:stretch>
            <a:fillRect/>
          </a:stretch>
        </p:blipFill>
        <p:spPr>
          <a:xfrm>
            <a:off x="0" y="635"/>
            <a:ext cx="3675380" cy="69437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4035" y="2204720"/>
            <a:ext cx="1021080" cy="1936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 rot="5400000">
            <a:off x="323850" y="3374390"/>
            <a:ext cx="2479040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kern="0" spc="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37205" y="1160109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3"/>
          <p:cNvSpPr/>
          <p:nvPr/>
        </p:nvSpPr>
        <p:spPr>
          <a:xfrm>
            <a:off x="637205" y="1160109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2" descr="https://kimi-img.moonshot.cn/pub/slides/slides_tmpl/image/25-10-11-20:12:03-d3l4j4os8jdo4os5ek6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792480"/>
            <a:ext cx="3427095" cy="537591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370580" y="1670685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项目缘起与目标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3370580" y="2382520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直播内容设计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3370580" y="3094355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滚动阶段与里程碑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70580" y="3806190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组织与责任矩阵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370580" y="4518025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成本估算与预算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370580" y="5241290"/>
            <a:ext cx="519430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风险识别与应对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2"/>
          <a:srcRect l="291" r="291"/>
          <a:stretch>
            <a:fillRect/>
          </a:stretch>
        </p:blipFill>
        <p:spPr>
          <a:xfrm>
            <a:off x="-102870" y="0"/>
            <a:ext cx="12316460" cy="68573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t="122" b="122"/>
          <a:stretch>
            <a:fillRect/>
          </a:stretch>
        </p:blipFill>
        <p:spPr>
          <a:xfrm rot="5400000">
            <a:off x="4973320" y="-5074285"/>
            <a:ext cx="2166620" cy="1231582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4g.png"/>
          <p:cNvPicPr>
            <a:picLocks noChangeAspect="1"/>
          </p:cNvPicPr>
          <p:nvPr/>
        </p:nvPicPr>
        <p:blipFill>
          <a:blip r:embed="rId4">
            <a:alphaModFix amt="34000"/>
          </a:blip>
          <a:stretch>
            <a:fillRect/>
          </a:stretch>
        </p:blipFill>
        <p:spPr>
          <a:xfrm>
            <a:off x="1821815" y="0"/>
            <a:ext cx="8549005" cy="18110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986020" y="925195"/>
            <a:ext cx="2138680" cy="6171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 录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142740" y="396875"/>
            <a:ext cx="3825240" cy="6818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kern="0" spc="3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pic>
        <p:nvPicPr>
          <p:cNvPr id="7" name="Image 3" descr="https://kimi-img.moonshot.cn/pub/slides/slides_tmpl/image/25-10-11-20:12:01-d3l4j48s8jdo4os5ek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335" y="3736340"/>
            <a:ext cx="5713095" cy="842645"/>
          </a:xfrm>
          <a:prstGeom prst="rect">
            <a:avLst/>
          </a:prstGeom>
        </p:spPr>
      </p:pic>
      <p:pic>
        <p:nvPicPr>
          <p:cNvPr id="8" name="Image 4" descr="https://kimi-img.moonshot.cn/pub/slides/slides_tmpl/image/25-10-11-20:12:01-d3l4j48s8jdo4os5ek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335" y="2668905"/>
            <a:ext cx="5713095" cy="842645"/>
          </a:xfrm>
          <a:prstGeom prst="rect">
            <a:avLst/>
          </a:prstGeom>
        </p:spPr>
      </p:pic>
      <p:pic>
        <p:nvPicPr>
          <p:cNvPr id="9" name="Image 5" descr="https://kimi-img.moonshot.cn/pub/slides/slides_tmpl/image/25-10-11-20:12:01-d3l4j48s8jdo4os5ek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8335" y="4848225"/>
            <a:ext cx="5713095" cy="842645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791210" y="5176520"/>
            <a:ext cx="1324610" cy="784225"/>
          </a:xfrm>
          <a:custGeom>
            <a:avLst/>
            <a:gdLst/>
            <a:ahLst/>
            <a:cxnLst/>
            <a:rect l="l" t="t" r="r" b="b"/>
            <a:pathLst>
              <a:path w="1324610" h="784225">
                <a:moveTo>
                  <a:pt x="58972" y="27960"/>
                </a:moveTo>
                <a:cubicBezTo>
                  <a:pt x="58972" y="43462"/>
                  <a:pt x="45517" y="56029"/>
                  <a:pt x="28920" y="56029"/>
                </a:cubicBezTo>
                <a:cubicBezTo>
                  <a:pt x="12323" y="56029"/>
                  <a:pt x="-1132" y="43462"/>
                  <a:pt x="-1132" y="27960"/>
                </a:cubicBezTo>
                <a:cubicBezTo>
                  <a:pt x="-1132" y="12458"/>
                  <a:pt x="12323" y="-110"/>
                  <a:pt x="28920" y="-110"/>
                </a:cubicBezTo>
                <a:cubicBezTo>
                  <a:pt x="45510" y="-117"/>
                  <a:pt x="58963" y="12439"/>
                  <a:pt x="58972" y="27933"/>
                </a:cubicBezTo>
                <a:cubicBezTo>
                  <a:pt x="58972" y="27943"/>
                  <a:pt x="58972" y="27951"/>
                  <a:pt x="58972" y="27960"/>
                </a:cubicBezTo>
                <a:close/>
                <a:moveTo>
                  <a:pt x="312113" y="27960"/>
                </a:moveTo>
                <a:cubicBezTo>
                  <a:pt x="312113" y="43462"/>
                  <a:pt x="298659" y="56029"/>
                  <a:pt x="282062" y="56029"/>
                </a:cubicBezTo>
                <a:cubicBezTo>
                  <a:pt x="265466" y="56029"/>
                  <a:pt x="252010" y="43462"/>
                  <a:pt x="252010" y="27960"/>
                </a:cubicBezTo>
                <a:cubicBezTo>
                  <a:pt x="252010" y="12458"/>
                  <a:pt x="265466" y="-110"/>
                  <a:pt x="282062" y="-110"/>
                </a:cubicBezTo>
                <a:cubicBezTo>
                  <a:pt x="298650" y="-91"/>
                  <a:pt x="312095" y="12465"/>
                  <a:pt x="312113" y="27960"/>
                </a:cubicBezTo>
                <a:close/>
                <a:moveTo>
                  <a:pt x="565186" y="27960"/>
                </a:moveTo>
                <a:cubicBezTo>
                  <a:pt x="565186" y="43462"/>
                  <a:pt x="551730" y="56029"/>
                  <a:pt x="535134" y="56029"/>
                </a:cubicBezTo>
                <a:cubicBezTo>
                  <a:pt x="518537" y="56029"/>
                  <a:pt x="505082" y="43462"/>
                  <a:pt x="505082" y="27960"/>
                </a:cubicBezTo>
                <a:cubicBezTo>
                  <a:pt x="505082" y="12458"/>
                  <a:pt x="518537" y="-110"/>
                  <a:pt x="535134" y="-110"/>
                </a:cubicBezTo>
                <a:cubicBezTo>
                  <a:pt x="551723" y="-117"/>
                  <a:pt x="565176" y="12439"/>
                  <a:pt x="565186" y="27933"/>
                </a:cubicBezTo>
                <a:cubicBezTo>
                  <a:pt x="565186" y="27943"/>
                  <a:pt x="565186" y="27951"/>
                  <a:pt x="565186" y="27960"/>
                </a:cubicBezTo>
                <a:close/>
                <a:moveTo>
                  <a:pt x="818327" y="27960"/>
                </a:moveTo>
                <a:cubicBezTo>
                  <a:pt x="818327" y="43462"/>
                  <a:pt x="804873" y="56029"/>
                  <a:pt x="788276" y="56029"/>
                </a:cubicBezTo>
                <a:cubicBezTo>
                  <a:pt x="771678" y="56029"/>
                  <a:pt x="758224" y="43462"/>
                  <a:pt x="758224" y="27960"/>
                </a:cubicBezTo>
                <a:cubicBezTo>
                  <a:pt x="758224" y="12458"/>
                  <a:pt x="771678" y="-110"/>
                  <a:pt x="788276" y="-110"/>
                </a:cubicBezTo>
                <a:cubicBezTo>
                  <a:pt x="804866" y="-117"/>
                  <a:pt x="818318" y="12439"/>
                  <a:pt x="818327" y="27933"/>
                </a:cubicBezTo>
                <a:cubicBezTo>
                  <a:pt x="818327" y="27943"/>
                  <a:pt x="818327" y="27951"/>
                  <a:pt x="818327" y="27960"/>
                </a:cubicBezTo>
                <a:close/>
                <a:moveTo>
                  <a:pt x="1071469" y="27960"/>
                </a:moveTo>
                <a:cubicBezTo>
                  <a:pt x="1071469" y="43462"/>
                  <a:pt x="1058015" y="56029"/>
                  <a:pt x="1041418" y="56029"/>
                </a:cubicBezTo>
                <a:cubicBezTo>
                  <a:pt x="1024821" y="56029"/>
                  <a:pt x="1011366" y="43462"/>
                  <a:pt x="1011366" y="27960"/>
                </a:cubicBezTo>
                <a:cubicBezTo>
                  <a:pt x="1011366" y="12458"/>
                  <a:pt x="1024821" y="-110"/>
                  <a:pt x="1041418" y="-110"/>
                </a:cubicBezTo>
                <a:cubicBezTo>
                  <a:pt x="1058008" y="-117"/>
                  <a:pt x="1071461" y="12439"/>
                  <a:pt x="1071469" y="27933"/>
                </a:cubicBezTo>
                <a:cubicBezTo>
                  <a:pt x="1071469" y="27943"/>
                  <a:pt x="1071469" y="27951"/>
                  <a:pt x="1071469" y="27960"/>
                </a:cubicBezTo>
                <a:close/>
                <a:moveTo>
                  <a:pt x="1324610" y="27960"/>
                </a:moveTo>
                <a:cubicBezTo>
                  <a:pt x="1324610" y="43462"/>
                  <a:pt x="1311155" y="56029"/>
                  <a:pt x="1294558" y="56029"/>
                </a:cubicBezTo>
                <a:cubicBezTo>
                  <a:pt x="1277961" y="56029"/>
                  <a:pt x="1264506" y="43462"/>
                  <a:pt x="1264506" y="27960"/>
                </a:cubicBezTo>
                <a:cubicBezTo>
                  <a:pt x="1264506" y="12458"/>
                  <a:pt x="1277961" y="-110"/>
                  <a:pt x="1294558" y="-110"/>
                </a:cubicBezTo>
                <a:cubicBezTo>
                  <a:pt x="1311146" y="-91"/>
                  <a:pt x="1324591" y="12465"/>
                  <a:pt x="1324610" y="27960"/>
                </a:cubicBezTo>
                <a:close/>
                <a:moveTo>
                  <a:pt x="58972" y="210009"/>
                </a:moveTo>
                <a:cubicBezTo>
                  <a:pt x="58972" y="225511"/>
                  <a:pt x="45517" y="238078"/>
                  <a:pt x="28920" y="238078"/>
                </a:cubicBezTo>
                <a:cubicBezTo>
                  <a:pt x="12323" y="238078"/>
                  <a:pt x="-1132" y="225511"/>
                  <a:pt x="-1132" y="210009"/>
                </a:cubicBezTo>
                <a:cubicBezTo>
                  <a:pt x="-1132" y="194506"/>
                  <a:pt x="12323" y="181939"/>
                  <a:pt x="28920" y="181939"/>
                </a:cubicBezTo>
                <a:cubicBezTo>
                  <a:pt x="45510" y="181932"/>
                  <a:pt x="58963" y="194488"/>
                  <a:pt x="58972" y="209983"/>
                </a:cubicBezTo>
                <a:cubicBezTo>
                  <a:pt x="58972" y="209992"/>
                  <a:pt x="58972" y="210000"/>
                  <a:pt x="58972" y="210009"/>
                </a:cubicBezTo>
                <a:close/>
                <a:moveTo>
                  <a:pt x="312113" y="210009"/>
                </a:moveTo>
                <a:cubicBezTo>
                  <a:pt x="312113" y="225511"/>
                  <a:pt x="298659" y="238078"/>
                  <a:pt x="282062" y="238078"/>
                </a:cubicBezTo>
                <a:cubicBezTo>
                  <a:pt x="265466" y="238078"/>
                  <a:pt x="252010" y="225511"/>
                  <a:pt x="252010" y="210009"/>
                </a:cubicBezTo>
                <a:cubicBezTo>
                  <a:pt x="252010" y="194506"/>
                  <a:pt x="265466" y="181939"/>
                  <a:pt x="282062" y="181939"/>
                </a:cubicBezTo>
                <a:cubicBezTo>
                  <a:pt x="298650" y="181958"/>
                  <a:pt x="312095" y="194514"/>
                  <a:pt x="312113" y="210009"/>
                </a:cubicBezTo>
                <a:close/>
                <a:moveTo>
                  <a:pt x="565186" y="210009"/>
                </a:moveTo>
                <a:cubicBezTo>
                  <a:pt x="565186" y="225511"/>
                  <a:pt x="551730" y="238078"/>
                  <a:pt x="535134" y="238078"/>
                </a:cubicBezTo>
                <a:cubicBezTo>
                  <a:pt x="518537" y="238078"/>
                  <a:pt x="505082" y="225511"/>
                  <a:pt x="505082" y="210009"/>
                </a:cubicBezTo>
                <a:cubicBezTo>
                  <a:pt x="505082" y="194506"/>
                  <a:pt x="518537" y="181939"/>
                  <a:pt x="535134" y="181939"/>
                </a:cubicBezTo>
                <a:cubicBezTo>
                  <a:pt x="551723" y="181932"/>
                  <a:pt x="565176" y="194488"/>
                  <a:pt x="565186" y="209983"/>
                </a:cubicBezTo>
                <a:cubicBezTo>
                  <a:pt x="565186" y="209992"/>
                  <a:pt x="565186" y="210000"/>
                  <a:pt x="565186" y="210009"/>
                </a:cubicBezTo>
                <a:close/>
                <a:moveTo>
                  <a:pt x="818327" y="210009"/>
                </a:moveTo>
                <a:cubicBezTo>
                  <a:pt x="818327" y="225511"/>
                  <a:pt x="804873" y="238078"/>
                  <a:pt x="788276" y="238078"/>
                </a:cubicBezTo>
                <a:cubicBezTo>
                  <a:pt x="771678" y="238078"/>
                  <a:pt x="758224" y="225511"/>
                  <a:pt x="758224" y="210009"/>
                </a:cubicBezTo>
                <a:cubicBezTo>
                  <a:pt x="758224" y="194506"/>
                  <a:pt x="771678" y="181939"/>
                  <a:pt x="788276" y="181939"/>
                </a:cubicBezTo>
                <a:cubicBezTo>
                  <a:pt x="804866" y="181932"/>
                  <a:pt x="818318" y="194488"/>
                  <a:pt x="818327" y="209983"/>
                </a:cubicBezTo>
                <a:cubicBezTo>
                  <a:pt x="818327" y="209992"/>
                  <a:pt x="818327" y="210000"/>
                  <a:pt x="818327" y="210009"/>
                </a:cubicBezTo>
                <a:close/>
                <a:moveTo>
                  <a:pt x="1071469" y="210009"/>
                </a:moveTo>
                <a:cubicBezTo>
                  <a:pt x="1071469" y="225511"/>
                  <a:pt x="1058015" y="238078"/>
                  <a:pt x="1041418" y="238078"/>
                </a:cubicBezTo>
                <a:cubicBezTo>
                  <a:pt x="1024821" y="238078"/>
                  <a:pt x="1011366" y="225511"/>
                  <a:pt x="1011366" y="210009"/>
                </a:cubicBezTo>
                <a:cubicBezTo>
                  <a:pt x="1011366" y="194506"/>
                  <a:pt x="1024821" y="181939"/>
                  <a:pt x="1041418" y="181939"/>
                </a:cubicBezTo>
                <a:cubicBezTo>
                  <a:pt x="1058008" y="181932"/>
                  <a:pt x="1071461" y="194488"/>
                  <a:pt x="1071469" y="209983"/>
                </a:cubicBezTo>
                <a:cubicBezTo>
                  <a:pt x="1071469" y="209992"/>
                  <a:pt x="1071469" y="210000"/>
                  <a:pt x="1071469" y="210009"/>
                </a:cubicBezTo>
                <a:close/>
                <a:moveTo>
                  <a:pt x="1324610" y="210009"/>
                </a:moveTo>
                <a:cubicBezTo>
                  <a:pt x="1324610" y="225511"/>
                  <a:pt x="1311155" y="238078"/>
                  <a:pt x="1294558" y="238078"/>
                </a:cubicBezTo>
                <a:cubicBezTo>
                  <a:pt x="1277961" y="238078"/>
                  <a:pt x="1264506" y="225511"/>
                  <a:pt x="1264506" y="210009"/>
                </a:cubicBezTo>
                <a:cubicBezTo>
                  <a:pt x="1264506" y="194506"/>
                  <a:pt x="1277961" y="181939"/>
                  <a:pt x="1294558" y="181939"/>
                </a:cubicBezTo>
                <a:cubicBezTo>
                  <a:pt x="1311146" y="181958"/>
                  <a:pt x="1324591" y="194514"/>
                  <a:pt x="1324610" y="210009"/>
                </a:cubicBezTo>
                <a:close/>
                <a:moveTo>
                  <a:pt x="58972" y="392058"/>
                </a:moveTo>
                <a:cubicBezTo>
                  <a:pt x="58972" y="407560"/>
                  <a:pt x="45517" y="420127"/>
                  <a:pt x="28920" y="420127"/>
                </a:cubicBezTo>
                <a:cubicBezTo>
                  <a:pt x="12323" y="420127"/>
                  <a:pt x="-1132" y="407560"/>
                  <a:pt x="-1132" y="392058"/>
                </a:cubicBezTo>
                <a:cubicBezTo>
                  <a:pt x="-1132" y="376555"/>
                  <a:pt x="12323" y="363988"/>
                  <a:pt x="28920" y="363988"/>
                </a:cubicBezTo>
                <a:cubicBezTo>
                  <a:pt x="45510" y="363981"/>
                  <a:pt x="58963" y="376536"/>
                  <a:pt x="58972" y="392031"/>
                </a:cubicBezTo>
                <a:cubicBezTo>
                  <a:pt x="58972" y="392039"/>
                  <a:pt x="58972" y="392049"/>
                  <a:pt x="58972" y="392058"/>
                </a:cubicBezTo>
                <a:close/>
                <a:moveTo>
                  <a:pt x="312113" y="392058"/>
                </a:moveTo>
                <a:cubicBezTo>
                  <a:pt x="312113" y="407560"/>
                  <a:pt x="298659" y="420127"/>
                  <a:pt x="282062" y="420127"/>
                </a:cubicBezTo>
                <a:cubicBezTo>
                  <a:pt x="265466" y="420127"/>
                  <a:pt x="252010" y="407560"/>
                  <a:pt x="252010" y="392058"/>
                </a:cubicBezTo>
                <a:cubicBezTo>
                  <a:pt x="252010" y="376555"/>
                  <a:pt x="265466" y="363988"/>
                  <a:pt x="282062" y="363988"/>
                </a:cubicBezTo>
                <a:cubicBezTo>
                  <a:pt x="298650" y="364007"/>
                  <a:pt x="312095" y="376563"/>
                  <a:pt x="312113" y="392058"/>
                </a:cubicBezTo>
                <a:close/>
                <a:moveTo>
                  <a:pt x="565186" y="392058"/>
                </a:moveTo>
                <a:cubicBezTo>
                  <a:pt x="565186" y="407560"/>
                  <a:pt x="551730" y="420127"/>
                  <a:pt x="535134" y="420127"/>
                </a:cubicBezTo>
                <a:cubicBezTo>
                  <a:pt x="518537" y="420127"/>
                  <a:pt x="505082" y="407560"/>
                  <a:pt x="505082" y="392058"/>
                </a:cubicBezTo>
                <a:cubicBezTo>
                  <a:pt x="505082" y="376555"/>
                  <a:pt x="518537" y="363988"/>
                  <a:pt x="535134" y="363988"/>
                </a:cubicBezTo>
                <a:cubicBezTo>
                  <a:pt x="551723" y="363981"/>
                  <a:pt x="565176" y="376536"/>
                  <a:pt x="565186" y="392031"/>
                </a:cubicBezTo>
                <a:cubicBezTo>
                  <a:pt x="565186" y="392039"/>
                  <a:pt x="565186" y="392049"/>
                  <a:pt x="565186" y="392058"/>
                </a:cubicBezTo>
                <a:close/>
                <a:moveTo>
                  <a:pt x="818327" y="392058"/>
                </a:moveTo>
                <a:cubicBezTo>
                  <a:pt x="818327" y="407560"/>
                  <a:pt x="804873" y="420127"/>
                  <a:pt x="788276" y="420127"/>
                </a:cubicBezTo>
                <a:cubicBezTo>
                  <a:pt x="771678" y="420127"/>
                  <a:pt x="758224" y="407560"/>
                  <a:pt x="758224" y="392058"/>
                </a:cubicBezTo>
                <a:cubicBezTo>
                  <a:pt x="758224" y="376555"/>
                  <a:pt x="771678" y="363988"/>
                  <a:pt x="788276" y="363988"/>
                </a:cubicBezTo>
                <a:cubicBezTo>
                  <a:pt x="804866" y="363981"/>
                  <a:pt x="818318" y="376536"/>
                  <a:pt x="818327" y="392031"/>
                </a:cubicBezTo>
                <a:cubicBezTo>
                  <a:pt x="818327" y="392039"/>
                  <a:pt x="818327" y="392049"/>
                  <a:pt x="818327" y="392058"/>
                </a:cubicBezTo>
                <a:close/>
                <a:moveTo>
                  <a:pt x="1071469" y="392058"/>
                </a:moveTo>
                <a:cubicBezTo>
                  <a:pt x="1071469" y="407560"/>
                  <a:pt x="1058015" y="420127"/>
                  <a:pt x="1041418" y="420127"/>
                </a:cubicBezTo>
                <a:cubicBezTo>
                  <a:pt x="1024821" y="420127"/>
                  <a:pt x="1011366" y="407560"/>
                  <a:pt x="1011366" y="392058"/>
                </a:cubicBezTo>
                <a:cubicBezTo>
                  <a:pt x="1011366" y="376555"/>
                  <a:pt x="1024821" y="363988"/>
                  <a:pt x="1041418" y="363988"/>
                </a:cubicBezTo>
                <a:cubicBezTo>
                  <a:pt x="1058008" y="363981"/>
                  <a:pt x="1071461" y="376536"/>
                  <a:pt x="1071469" y="392031"/>
                </a:cubicBezTo>
                <a:cubicBezTo>
                  <a:pt x="1071469" y="392039"/>
                  <a:pt x="1071469" y="392049"/>
                  <a:pt x="1071469" y="392058"/>
                </a:cubicBezTo>
                <a:close/>
                <a:moveTo>
                  <a:pt x="1324610" y="392058"/>
                </a:moveTo>
                <a:cubicBezTo>
                  <a:pt x="1324610" y="407560"/>
                  <a:pt x="1311155" y="420127"/>
                  <a:pt x="1294558" y="420127"/>
                </a:cubicBezTo>
                <a:cubicBezTo>
                  <a:pt x="1277961" y="420127"/>
                  <a:pt x="1264506" y="407560"/>
                  <a:pt x="1264506" y="392058"/>
                </a:cubicBezTo>
                <a:cubicBezTo>
                  <a:pt x="1264506" y="376555"/>
                  <a:pt x="1277961" y="363988"/>
                  <a:pt x="1294558" y="363988"/>
                </a:cubicBezTo>
                <a:cubicBezTo>
                  <a:pt x="1311146" y="364007"/>
                  <a:pt x="1324591" y="376563"/>
                  <a:pt x="1324610" y="392058"/>
                </a:cubicBezTo>
                <a:close/>
                <a:moveTo>
                  <a:pt x="58972" y="574107"/>
                </a:moveTo>
                <a:cubicBezTo>
                  <a:pt x="58972" y="589609"/>
                  <a:pt x="45517" y="602176"/>
                  <a:pt x="28920" y="602176"/>
                </a:cubicBezTo>
                <a:cubicBezTo>
                  <a:pt x="12323" y="602176"/>
                  <a:pt x="-1132" y="589609"/>
                  <a:pt x="-1132" y="574107"/>
                </a:cubicBezTo>
                <a:cubicBezTo>
                  <a:pt x="-1132" y="558604"/>
                  <a:pt x="12323" y="546037"/>
                  <a:pt x="28920" y="546037"/>
                </a:cubicBezTo>
                <a:cubicBezTo>
                  <a:pt x="45510" y="546030"/>
                  <a:pt x="58963" y="558585"/>
                  <a:pt x="58972" y="574080"/>
                </a:cubicBezTo>
                <a:cubicBezTo>
                  <a:pt x="58972" y="574089"/>
                  <a:pt x="58972" y="574098"/>
                  <a:pt x="58972" y="574107"/>
                </a:cubicBezTo>
                <a:close/>
                <a:moveTo>
                  <a:pt x="312113" y="574107"/>
                </a:moveTo>
                <a:cubicBezTo>
                  <a:pt x="312113" y="589609"/>
                  <a:pt x="298659" y="602176"/>
                  <a:pt x="282062" y="602176"/>
                </a:cubicBezTo>
                <a:cubicBezTo>
                  <a:pt x="265466" y="602176"/>
                  <a:pt x="252010" y="589609"/>
                  <a:pt x="252010" y="574107"/>
                </a:cubicBezTo>
                <a:cubicBezTo>
                  <a:pt x="252010" y="558604"/>
                  <a:pt x="265466" y="546037"/>
                  <a:pt x="282062" y="546037"/>
                </a:cubicBezTo>
                <a:cubicBezTo>
                  <a:pt x="298650" y="546056"/>
                  <a:pt x="312095" y="558612"/>
                  <a:pt x="312113" y="574107"/>
                </a:cubicBezTo>
                <a:close/>
                <a:moveTo>
                  <a:pt x="565186" y="574107"/>
                </a:moveTo>
                <a:cubicBezTo>
                  <a:pt x="565186" y="589609"/>
                  <a:pt x="551730" y="602176"/>
                  <a:pt x="535134" y="602176"/>
                </a:cubicBezTo>
                <a:cubicBezTo>
                  <a:pt x="518537" y="602176"/>
                  <a:pt x="505082" y="589609"/>
                  <a:pt x="505082" y="574107"/>
                </a:cubicBezTo>
                <a:cubicBezTo>
                  <a:pt x="505082" y="558604"/>
                  <a:pt x="518537" y="546037"/>
                  <a:pt x="535134" y="546037"/>
                </a:cubicBezTo>
                <a:cubicBezTo>
                  <a:pt x="551723" y="546030"/>
                  <a:pt x="565176" y="558585"/>
                  <a:pt x="565186" y="574080"/>
                </a:cubicBezTo>
                <a:cubicBezTo>
                  <a:pt x="565186" y="574089"/>
                  <a:pt x="565186" y="574098"/>
                  <a:pt x="565186" y="574107"/>
                </a:cubicBezTo>
                <a:close/>
                <a:moveTo>
                  <a:pt x="818327" y="574107"/>
                </a:moveTo>
                <a:cubicBezTo>
                  <a:pt x="818327" y="589609"/>
                  <a:pt x="804873" y="602176"/>
                  <a:pt x="788276" y="602176"/>
                </a:cubicBezTo>
                <a:cubicBezTo>
                  <a:pt x="771678" y="602176"/>
                  <a:pt x="758224" y="589609"/>
                  <a:pt x="758224" y="574107"/>
                </a:cubicBezTo>
                <a:cubicBezTo>
                  <a:pt x="758224" y="558604"/>
                  <a:pt x="771678" y="546037"/>
                  <a:pt x="788276" y="546037"/>
                </a:cubicBezTo>
                <a:cubicBezTo>
                  <a:pt x="804866" y="546030"/>
                  <a:pt x="818318" y="558585"/>
                  <a:pt x="818327" y="574080"/>
                </a:cubicBezTo>
                <a:cubicBezTo>
                  <a:pt x="818327" y="574089"/>
                  <a:pt x="818327" y="574098"/>
                  <a:pt x="818327" y="574107"/>
                </a:cubicBezTo>
                <a:close/>
                <a:moveTo>
                  <a:pt x="1071469" y="574107"/>
                </a:moveTo>
                <a:cubicBezTo>
                  <a:pt x="1071469" y="589609"/>
                  <a:pt x="1058015" y="602176"/>
                  <a:pt x="1041418" y="602176"/>
                </a:cubicBezTo>
                <a:cubicBezTo>
                  <a:pt x="1024821" y="602176"/>
                  <a:pt x="1011366" y="589609"/>
                  <a:pt x="1011366" y="574107"/>
                </a:cubicBezTo>
                <a:cubicBezTo>
                  <a:pt x="1011366" y="558604"/>
                  <a:pt x="1024821" y="546037"/>
                  <a:pt x="1041418" y="546037"/>
                </a:cubicBezTo>
                <a:cubicBezTo>
                  <a:pt x="1058008" y="546030"/>
                  <a:pt x="1071461" y="558585"/>
                  <a:pt x="1071469" y="574080"/>
                </a:cubicBezTo>
                <a:cubicBezTo>
                  <a:pt x="1071469" y="574089"/>
                  <a:pt x="1071469" y="574098"/>
                  <a:pt x="1071469" y="574107"/>
                </a:cubicBezTo>
                <a:close/>
                <a:moveTo>
                  <a:pt x="1324610" y="574107"/>
                </a:moveTo>
                <a:cubicBezTo>
                  <a:pt x="1324610" y="589609"/>
                  <a:pt x="1311155" y="602176"/>
                  <a:pt x="1294558" y="602176"/>
                </a:cubicBezTo>
                <a:cubicBezTo>
                  <a:pt x="1277961" y="602176"/>
                  <a:pt x="1264506" y="589609"/>
                  <a:pt x="1264506" y="574107"/>
                </a:cubicBezTo>
                <a:cubicBezTo>
                  <a:pt x="1264506" y="558604"/>
                  <a:pt x="1277961" y="546037"/>
                  <a:pt x="1294558" y="546037"/>
                </a:cubicBezTo>
                <a:cubicBezTo>
                  <a:pt x="1311146" y="546056"/>
                  <a:pt x="1324591" y="558612"/>
                  <a:pt x="1324610" y="574107"/>
                </a:cubicBezTo>
                <a:close/>
                <a:moveTo>
                  <a:pt x="58972" y="756156"/>
                </a:moveTo>
                <a:cubicBezTo>
                  <a:pt x="58972" y="771658"/>
                  <a:pt x="45517" y="784225"/>
                  <a:pt x="28920" y="784225"/>
                </a:cubicBezTo>
                <a:cubicBezTo>
                  <a:pt x="12323" y="784225"/>
                  <a:pt x="-1132" y="771658"/>
                  <a:pt x="-1132" y="756156"/>
                </a:cubicBezTo>
                <a:cubicBezTo>
                  <a:pt x="-1132" y="740653"/>
                  <a:pt x="12323" y="728086"/>
                  <a:pt x="28920" y="728086"/>
                </a:cubicBezTo>
                <a:cubicBezTo>
                  <a:pt x="45510" y="728078"/>
                  <a:pt x="58963" y="740634"/>
                  <a:pt x="58972" y="756128"/>
                </a:cubicBezTo>
                <a:cubicBezTo>
                  <a:pt x="58972" y="756137"/>
                  <a:pt x="58972" y="756146"/>
                  <a:pt x="58972" y="756156"/>
                </a:cubicBezTo>
                <a:close/>
                <a:moveTo>
                  <a:pt x="312113" y="756156"/>
                </a:moveTo>
                <a:cubicBezTo>
                  <a:pt x="312113" y="771658"/>
                  <a:pt x="298659" y="784225"/>
                  <a:pt x="282062" y="784225"/>
                </a:cubicBezTo>
                <a:cubicBezTo>
                  <a:pt x="265466" y="784225"/>
                  <a:pt x="252010" y="771658"/>
                  <a:pt x="252010" y="756156"/>
                </a:cubicBezTo>
                <a:cubicBezTo>
                  <a:pt x="252010" y="740653"/>
                  <a:pt x="265466" y="728086"/>
                  <a:pt x="282062" y="728086"/>
                </a:cubicBezTo>
                <a:cubicBezTo>
                  <a:pt x="298650" y="728103"/>
                  <a:pt x="312095" y="740661"/>
                  <a:pt x="312113" y="756156"/>
                </a:cubicBezTo>
                <a:close/>
                <a:moveTo>
                  <a:pt x="565186" y="756156"/>
                </a:moveTo>
                <a:cubicBezTo>
                  <a:pt x="565186" y="771658"/>
                  <a:pt x="551730" y="784225"/>
                  <a:pt x="535134" y="784225"/>
                </a:cubicBezTo>
                <a:cubicBezTo>
                  <a:pt x="518537" y="784225"/>
                  <a:pt x="505082" y="771658"/>
                  <a:pt x="505082" y="756156"/>
                </a:cubicBezTo>
                <a:cubicBezTo>
                  <a:pt x="505082" y="740653"/>
                  <a:pt x="518537" y="728086"/>
                  <a:pt x="535134" y="728086"/>
                </a:cubicBezTo>
                <a:cubicBezTo>
                  <a:pt x="551723" y="728078"/>
                  <a:pt x="565176" y="740634"/>
                  <a:pt x="565186" y="756128"/>
                </a:cubicBezTo>
                <a:cubicBezTo>
                  <a:pt x="565186" y="756137"/>
                  <a:pt x="565186" y="756146"/>
                  <a:pt x="565186" y="756156"/>
                </a:cubicBezTo>
                <a:close/>
                <a:moveTo>
                  <a:pt x="818327" y="756156"/>
                </a:moveTo>
                <a:cubicBezTo>
                  <a:pt x="818327" y="771658"/>
                  <a:pt x="804873" y="784225"/>
                  <a:pt x="788276" y="784225"/>
                </a:cubicBezTo>
                <a:cubicBezTo>
                  <a:pt x="771678" y="784225"/>
                  <a:pt x="758224" y="771658"/>
                  <a:pt x="758224" y="756156"/>
                </a:cubicBezTo>
                <a:cubicBezTo>
                  <a:pt x="758224" y="740653"/>
                  <a:pt x="771678" y="728086"/>
                  <a:pt x="788276" y="728086"/>
                </a:cubicBezTo>
                <a:cubicBezTo>
                  <a:pt x="804866" y="728078"/>
                  <a:pt x="818318" y="740634"/>
                  <a:pt x="818327" y="756128"/>
                </a:cubicBezTo>
                <a:cubicBezTo>
                  <a:pt x="818327" y="756137"/>
                  <a:pt x="818327" y="756146"/>
                  <a:pt x="818327" y="756156"/>
                </a:cubicBezTo>
                <a:close/>
                <a:moveTo>
                  <a:pt x="1071469" y="756156"/>
                </a:moveTo>
                <a:cubicBezTo>
                  <a:pt x="1071469" y="771658"/>
                  <a:pt x="1058015" y="784225"/>
                  <a:pt x="1041418" y="784225"/>
                </a:cubicBezTo>
                <a:cubicBezTo>
                  <a:pt x="1024821" y="784225"/>
                  <a:pt x="1011366" y="771658"/>
                  <a:pt x="1011366" y="756156"/>
                </a:cubicBezTo>
                <a:cubicBezTo>
                  <a:pt x="1011366" y="740653"/>
                  <a:pt x="1024821" y="728086"/>
                  <a:pt x="1041418" y="728086"/>
                </a:cubicBezTo>
                <a:cubicBezTo>
                  <a:pt x="1058008" y="728078"/>
                  <a:pt x="1071461" y="740634"/>
                  <a:pt x="1071469" y="756128"/>
                </a:cubicBezTo>
                <a:cubicBezTo>
                  <a:pt x="1071469" y="756137"/>
                  <a:pt x="1071469" y="756146"/>
                  <a:pt x="1071469" y="756156"/>
                </a:cubicBezTo>
                <a:close/>
                <a:moveTo>
                  <a:pt x="1324610" y="756156"/>
                </a:moveTo>
                <a:cubicBezTo>
                  <a:pt x="1324610" y="771658"/>
                  <a:pt x="1311155" y="784225"/>
                  <a:pt x="1294558" y="784225"/>
                </a:cubicBezTo>
                <a:cubicBezTo>
                  <a:pt x="1277961" y="784225"/>
                  <a:pt x="1264506" y="771658"/>
                  <a:pt x="1264506" y="756156"/>
                </a:cubicBezTo>
                <a:cubicBezTo>
                  <a:pt x="1264506" y="740653"/>
                  <a:pt x="1277961" y="728086"/>
                  <a:pt x="1294558" y="728086"/>
                </a:cubicBezTo>
                <a:cubicBezTo>
                  <a:pt x="1311146" y="728103"/>
                  <a:pt x="1324591" y="740661"/>
                  <a:pt x="1324610" y="7561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3"/>
          <p:cNvSpPr/>
          <p:nvPr/>
        </p:nvSpPr>
        <p:spPr>
          <a:xfrm>
            <a:off x="791210" y="5176520"/>
            <a:ext cx="1324610" cy="7842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3585210" y="2871153"/>
            <a:ext cx="490855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127183" y="2646045"/>
            <a:ext cx="4511040" cy="80518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8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沟通与会议机制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3550920" y="3919855"/>
            <a:ext cx="577215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4161473" y="3702685"/>
            <a:ext cx="4511040" cy="7029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8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收尾与成果展望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3550920" y="5031740"/>
            <a:ext cx="577215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4161473" y="4814570"/>
            <a:ext cx="4511040" cy="7029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80000"/>
              </a:lnSpc>
            </a:pPr>
            <a:r>
              <a:rPr lang="en-US" sz="2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附件与致谢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项目缘起与目标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694690"/>
            <a:ext cx="6604635" cy="5546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数字经济下的直播教育新场景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2"/>
          <a:srcRect l="49949" r="49949"/>
          <a:stretch>
            <a:fillRect/>
          </a:stretch>
        </p:blipFill>
        <p:spPr>
          <a:xfrm>
            <a:off x="4257040" y="2080895"/>
            <a:ext cx="18415" cy="370014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2"/>
          <a:srcRect l="49949" r="49949"/>
          <a:stretch>
            <a:fillRect/>
          </a:stretch>
        </p:blipFill>
        <p:spPr>
          <a:xfrm>
            <a:off x="8174355" y="2080895"/>
            <a:ext cx="18415" cy="3700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7823" r="-5271" b="-10146"/>
          <a:stretch>
            <a:fillRect/>
          </a:stretch>
        </p:blipFill>
        <p:spPr>
          <a:xfrm>
            <a:off x="708025" y="3286125"/>
            <a:ext cx="862330" cy="9671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7823" b="-5112"/>
          <a:stretch>
            <a:fillRect/>
          </a:stretch>
        </p:blipFill>
        <p:spPr>
          <a:xfrm>
            <a:off x="4778375" y="3286125"/>
            <a:ext cx="819150" cy="92583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2710" b="-5112"/>
          <a:stretch>
            <a:fillRect/>
          </a:stretch>
        </p:blipFill>
        <p:spPr>
          <a:xfrm>
            <a:off x="8641080" y="3328035"/>
            <a:ext cx="819150" cy="88392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" y="5522595"/>
            <a:ext cx="997585" cy="63119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71855" y="3544888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518160" y="1902460"/>
            <a:ext cx="1410970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直播行业现状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878330" y="1902460"/>
            <a:ext cx="1976755" cy="204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短视频与直播成为互联网核心增长极，抖音日活超7亿，月活破10亿，应用场景从娱乐拓展至知识科普、技能培训等多元领域。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942205" y="3544888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634865" y="1902460"/>
            <a:ext cx="141097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高校教育痛点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995035" y="1902460"/>
            <a:ext cx="1976755" cy="23891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高校传统教育模式重理论轻实操，学生在项目策划、资源整合、用户运营等关键能力上存在明显短板，难以满足职场对综合型人才的要求。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804910" y="3544888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446770" y="1902460"/>
            <a:ext cx="141097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项目定位与价值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9806940" y="1902460"/>
            <a:ext cx="1976755" cy="23891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项目以‘学生主导、实践赋能’为核心定位，通过抖音平台策划‘校园实用技能分享’系列直播，实现理论与实践的深度融合，为新媒体行业输送应用型人才。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3433" r="3433"/>
          <a:stretch>
            <a:fillRect/>
          </a:stretch>
        </p:blipFill>
        <p:spPr>
          <a:xfrm>
            <a:off x="875665" y="1751330"/>
            <a:ext cx="3256915" cy="4485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165" y="738505"/>
            <a:ext cx="5568950" cy="475456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三维目标体系：能力·传播·教育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3433" r="3433"/>
          <a:stretch>
            <a:fillRect/>
          </a:stretch>
        </p:blipFill>
        <p:spPr>
          <a:xfrm>
            <a:off x="4485640" y="1751330"/>
            <a:ext cx="3256915" cy="448500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3433" r="3433"/>
          <a:stretch>
            <a:fillRect/>
          </a:stretch>
        </p:blipFill>
        <p:spPr>
          <a:xfrm>
            <a:off x="8057515" y="1751330"/>
            <a:ext cx="3256915" cy="44850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845" y="738505"/>
            <a:ext cx="997585" cy="63119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1075" y="1827530"/>
            <a:ext cx="2994660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能力目标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981075" y="2874010"/>
            <a:ext cx="2994660" cy="204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确保项目团队成员100%掌握直播策划、内容创作、技术保障、宣传推广等核心技能，80%以上成员能够独立完成小型直播项目的全流程管理工作。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4591050" y="1827530"/>
            <a:ext cx="2994660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传播目标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91050" y="2874010"/>
            <a:ext cx="2994660" cy="17065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系列直播累计观看人数突破5000人，互动评论数量达到500条以上，获赞总数超10000次，前期预热短视频播放量不少于3000次。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8162925" y="1827530"/>
            <a:ext cx="2994660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教育目标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162925" y="2874010"/>
            <a:ext cx="2994660" cy="1365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形成完整的项目实践案例报告，纳入学校教学案例库，为5个以上班级的相关课程提供实践教学参考素材。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直播内容设计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001895" y="-338455"/>
            <a:ext cx="2195195" cy="1219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835" y="628650"/>
            <a:ext cx="6604635" cy="5546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三场直播主题与价值主张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5-d3l4jcos8jdo4os5ekk0.jpeg"/>
          <p:cNvPicPr>
            <a:picLocks noChangeAspect="1"/>
          </p:cNvPicPr>
          <p:nvPr/>
        </p:nvPicPr>
        <p:blipFill>
          <a:blip r:embed="rId3"/>
          <a:srcRect t="5082" b="5082"/>
          <a:stretch>
            <a:fillRect/>
          </a:stretch>
        </p:blipFill>
        <p:spPr>
          <a:xfrm>
            <a:off x="4641850" y="4536440"/>
            <a:ext cx="3180080" cy="17621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37-d3l4jd8s8jdo4os5ekl0.jpeg"/>
          <p:cNvPicPr>
            <a:picLocks noChangeAspect="1"/>
          </p:cNvPicPr>
          <p:nvPr/>
        </p:nvPicPr>
        <p:blipFill>
          <a:blip r:embed="rId4"/>
          <a:srcRect l="144" r="144"/>
          <a:stretch>
            <a:fillRect/>
          </a:stretch>
        </p:blipFill>
        <p:spPr>
          <a:xfrm>
            <a:off x="854710" y="4569460"/>
            <a:ext cx="3162300" cy="17621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37-d3l4jd8s8jdo4os5ekkg.jpeg"/>
          <p:cNvPicPr>
            <a:picLocks noChangeAspect="1"/>
          </p:cNvPicPr>
          <p:nvPr/>
        </p:nvPicPr>
        <p:blipFill>
          <a:blip r:embed="rId5"/>
          <a:srcRect t="8022" b="8022"/>
          <a:stretch>
            <a:fillRect/>
          </a:stretch>
        </p:blipFill>
        <p:spPr>
          <a:xfrm>
            <a:off x="8446770" y="4552315"/>
            <a:ext cx="3146425" cy="17621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615950"/>
            <a:ext cx="997585" cy="63119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37235" y="1374140"/>
            <a:ext cx="334518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第一场直播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737235" y="2035175"/>
            <a:ext cx="3344545" cy="1365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主题为‘职场简历制作与面试技巧’，时长120分钟，通过解析简历常见误区、演示优化方法、模拟企业HR面试点评，帮助学生提升求职竞争力。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4542790" y="1374140"/>
            <a:ext cx="334518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第二场直播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4542790" y="2035175"/>
            <a:ext cx="3344545" cy="1365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主题为‘短视频剪辑与运营入门’，时长90分钟，涵盖剪映基础操作、脚本设计、抖音算法规则等内容，满足学生对新媒体技能的学习需求。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352790" y="1374140"/>
            <a:ext cx="334518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第三场直播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8352790" y="2035175"/>
            <a:ext cx="3344545" cy="1365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主题为‘大学生时间管理与高效学习’，时长90分钟，分享时间管理法则、高效学习方法，并邀请学霸进行连麦交流，助力学生优化学习效率。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675" y="809625"/>
            <a:ext cx="5194300" cy="5151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互动机制与福利设计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 flipH="1">
            <a:off x="10238845" y="93183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4" name="Text 2"/>
          <p:cNvSpPr/>
          <p:nvPr/>
        </p:nvSpPr>
        <p:spPr>
          <a:xfrm>
            <a:off x="10238845" y="931833"/>
            <a:ext cx="878810" cy="27925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412105"/>
            <a:ext cx="449580" cy="631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5375" y="1609090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互动机制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5375" y="2604770"/>
            <a:ext cx="3152140" cy="19510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采用‘理论讲解+实操演示+实时互动’融合模式，设计连麦点评、弹幕提问、作品投稿赏析、福利发放等多元互动形式，提升用户参与度与内容获得感。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482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福利设计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48200" y="2606040"/>
            <a:ext cx="3152140" cy="234116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福利包括简历模板、剪映素材包、学习计划表、定制书签等，强化内容获得感。互动环节提前写入脚本，确保节奏可控，福利发放规则透明，兼顾激励与传播裂变。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550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互动与福利效果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5000" y="2611755"/>
            <a:ext cx="3152140" cy="15607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通过互动机制和福利设计，提升观众的停留时长与分享率，增强直播的吸引力和影响力，为项目的传播目标提供有力支持。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1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滚动阶段与里程碑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3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45971" r="45971"/>
          <a:stretch>
            <a:fillRect/>
          </a:stretch>
        </p:blipFill>
        <p:spPr>
          <a:xfrm>
            <a:off x="0" y="0"/>
            <a:ext cx="431165" cy="6856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20" y="379730"/>
            <a:ext cx="6604635" cy="5151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五阶段时间轴与动态调整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4-d3l4jcgs8jdo4os5eki0.jpeg"/>
          <p:cNvPicPr>
            <a:picLocks noChangeAspect="1"/>
          </p:cNvPicPr>
          <p:nvPr/>
        </p:nvPicPr>
        <p:blipFill>
          <a:blip r:embed="rId3"/>
          <a:srcRect l="30926" r="30926"/>
          <a:stretch>
            <a:fillRect/>
          </a:stretch>
        </p:blipFill>
        <p:spPr>
          <a:xfrm>
            <a:off x="6713220" y="0"/>
            <a:ext cx="548513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555" y="1075690"/>
            <a:ext cx="5176520" cy="32920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项目立项与团队搭建阶段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59460" y="1452245"/>
            <a:ext cx="5313680" cy="597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第1周，完成团队组建与职能划分，确定项目整体框架，提交项目立项申请并获得学校初步审批。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4220" y="2902585"/>
            <a:ext cx="5176520" cy="32920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方案策划阶段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4220" y="3291840"/>
            <a:ext cx="5328285" cy="597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第2-3周，设计调查问卷，确定直播主题、内容框架与时长，制定宣传推广方案、互动福利方案及应急预案。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44220" y="4780280"/>
            <a:ext cx="5176520" cy="32920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前期筹备阶段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1840" y="5169535"/>
            <a:ext cx="5321300" cy="597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第4-5周，完成直播脚本撰写，采购或租赁直播设备，选定并布置直播场地，邀请直播嘉宾，制作宣传物料，启动前期预热。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t="42308" b="42308"/>
          <a:stretch>
            <a:fillRect/>
          </a:stretch>
        </p:blipFill>
        <p:spPr>
          <a:xfrm>
            <a:off x="2564765" y="694055"/>
            <a:ext cx="9076690" cy="17913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7185" y="2199640"/>
            <a:ext cx="1336675" cy="190182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关键里程碑与交付清单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4-d3l4jcgs8jdo4os5ekhg.jpeg"/>
          <p:cNvPicPr>
            <a:picLocks noChangeAspect="1"/>
          </p:cNvPicPr>
          <p:nvPr/>
        </p:nvPicPr>
        <p:blipFill>
          <a:blip r:embed="rId3"/>
          <a:srcRect l="11428" r="11428"/>
          <a:stretch>
            <a:fillRect/>
          </a:stretch>
        </p:blipFill>
        <p:spPr>
          <a:xfrm>
            <a:off x="1874520" y="694055"/>
            <a:ext cx="2074545" cy="179197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23-d3l4j9os8jdo4os5ek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765" y="2605405"/>
            <a:ext cx="9076690" cy="179133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20-d3l4j90s8jdo4os5eke0.jpeg"/>
          <p:cNvPicPr>
            <a:picLocks noChangeAspect="1"/>
          </p:cNvPicPr>
          <p:nvPr/>
        </p:nvPicPr>
        <p:blipFill>
          <a:blip r:embed="rId5"/>
          <a:srcRect l="11375" r="11375"/>
          <a:stretch>
            <a:fillRect/>
          </a:stretch>
        </p:blipFill>
        <p:spPr>
          <a:xfrm>
            <a:off x="1874520" y="2605405"/>
            <a:ext cx="2074545" cy="179197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t="42308" b="42308"/>
          <a:stretch>
            <a:fillRect/>
          </a:stretch>
        </p:blipFill>
        <p:spPr>
          <a:xfrm>
            <a:off x="2564765" y="4529455"/>
            <a:ext cx="9076690" cy="179133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33-d3l4jc8s8jdo4os5ekh0.jpeg"/>
          <p:cNvPicPr>
            <a:picLocks noChangeAspect="1"/>
          </p:cNvPicPr>
          <p:nvPr/>
        </p:nvPicPr>
        <p:blipFill>
          <a:blip r:embed="rId6"/>
          <a:srcRect l="11410" r="11410"/>
          <a:stretch>
            <a:fillRect/>
          </a:stretch>
        </p:blipFill>
        <p:spPr>
          <a:xfrm>
            <a:off x="1874520" y="4529455"/>
            <a:ext cx="2074545" cy="179197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85" y="1256665"/>
            <a:ext cx="997585" cy="63119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4086225" y="805815"/>
            <a:ext cx="5176520" cy="35639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关键里程碑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4086225" y="1256665"/>
            <a:ext cx="7122795" cy="9600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1：第1周末完成团队组建与职责表；M2：第3周末通过指导老师方案评审；M3：第5周末设备调试一次性通过，预热短视频播放破千；M4：第6周末三场直播零重大故障，观看总量达5000+；M5：第8周末案例报告通过教学案例库审核。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4086225" y="2717165"/>
            <a:ext cx="5176520" cy="35639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交付清单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4086225" y="3168015"/>
            <a:ext cx="7122795" cy="3198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每里程碑设负责人、验收标准、补救措施，确保阶段目标不漂移，总工期锁定8周。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4086225" y="4641215"/>
            <a:ext cx="5176520" cy="35639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动态调整机制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4086225" y="5092065"/>
            <a:ext cx="7122795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根据成员实际技能特长微调分工；结合学校提供的场地、经费等资源情况，优化初步执行计划。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2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组织与责任矩阵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50-d3l4jggs8jdo4os5ekp0.jpeg"/>
          <p:cNvPicPr>
            <a:picLocks noChangeAspect="1"/>
          </p:cNvPicPr>
          <p:nvPr/>
        </p:nvPicPr>
        <p:blipFill>
          <a:blip r:embed="rId2"/>
          <a:srcRect t="20753" b="29928"/>
          <a:stretch>
            <a:fillRect/>
          </a:stretch>
        </p:blipFill>
        <p:spPr>
          <a:xfrm>
            <a:off x="0" y="0"/>
            <a:ext cx="12192000" cy="22390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3"/>
          <a:srcRect l="3827" r="3827"/>
          <a:stretch>
            <a:fillRect/>
          </a:stretch>
        </p:blipFill>
        <p:spPr>
          <a:xfrm>
            <a:off x="601980" y="1548765"/>
            <a:ext cx="3518535" cy="4886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71140" y="593090"/>
            <a:ext cx="6604635" cy="5546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跨专业团队结构与角色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3"/>
          <a:srcRect l="3827" r="3827"/>
          <a:stretch>
            <a:fillRect/>
          </a:stretch>
        </p:blipFill>
        <p:spPr>
          <a:xfrm>
            <a:off x="4337050" y="1548765"/>
            <a:ext cx="3518535" cy="48863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3"/>
          <a:srcRect l="3827" r="3827"/>
          <a:stretch>
            <a:fillRect/>
          </a:stretch>
        </p:blipFill>
        <p:spPr>
          <a:xfrm>
            <a:off x="8014335" y="1548765"/>
            <a:ext cx="3518535" cy="48863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4"/>
          <a:srcRect l="-6271" t="-11519" r="-5529" b="-9363"/>
          <a:stretch>
            <a:fillRect/>
          </a:stretch>
        </p:blipFill>
        <p:spPr>
          <a:xfrm>
            <a:off x="1908810" y="1130300"/>
            <a:ext cx="863600" cy="93535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4"/>
          <a:srcRect l="-6271" t="-11519" r="-5529" b="-9363"/>
          <a:stretch>
            <a:fillRect/>
          </a:stretch>
        </p:blipFill>
        <p:spPr>
          <a:xfrm>
            <a:off x="5642610" y="1130300"/>
            <a:ext cx="863600" cy="93535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4"/>
          <a:srcRect l="-6271" t="-11519" r="-5529" b="-9363"/>
          <a:stretch>
            <a:fillRect/>
          </a:stretch>
        </p:blipFill>
        <p:spPr>
          <a:xfrm>
            <a:off x="9375775" y="1130300"/>
            <a:ext cx="863600" cy="935355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095183" y="1377315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964565" y="1917700"/>
            <a:ext cx="2559050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项目经理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807720" y="2915920"/>
            <a:ext cx="3179445" cy="15607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项目经理1人，全面负责项目的整体规划、协调、控制，对项目的进度、成本、质量和风险进行统筹管理，确保项目目标达成。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5828983" y="1377315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4795520" y="1917700"/>
            <a:ext cx="2559050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各组职责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4542790" y="2915920"/>
            <a:ext cx="3179445" cy="3901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策划组负责调研、主题、流程；内容组负责脚本、素材、互动运营；技术组保障设备、网络、推流、数据；宣传组执掌物料、账号、预热、二次传播；指导老师提供方法论与资源。</a:t>
            </a: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9562148" y="1377315"/>
            <a:ext cx="49085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8493760" y="1917700"/>
            <a:ext cx="2559050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沟通机制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8220075" y="2915920"/>
            <a:ext cx="3179445" cy="3241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角色职责写入RACI表，避免职能重叠与真空，支持每日30分钟内短会与每周90分钟例会，确保信息同步。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t="42308" b="42308"/>
          <a:stretch>
            <a:fillRect/>
          </a:stretch>
        </p:blipFill>
        <p:spPr>
          <a:xfrm>
            <a:off x="2564765" y="694055"/>
            <a:ext cx="9076690" cy="17913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7185" y="2199640"/>
            <a:ext cx="1336675" cy="24892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RACI责任分配速览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4-d3l4jcgs8jdo4os5ekhg.jpeg"/>
          <p:cNvPicPr>
            <a:picLocks noChangeAspect="1"/>
          </p:cNvPicPr>
          <p:nvPr/>
        </p:nvPicPr>
        <p:blipFill>
          <a:blip r:embed="rId3"/>
          <a:srcRect l="11428" r="11428"/>
          <a:stretch>
            <a:fillRect/>
          </a:stretch>
        </p:blipFill>
        <p:spPr>
          <a:xfrm>
            <a:off x="1874520" y="694055"/>
            <a:ext cx="2074545" cy="179197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23-d3l4j9os8jdo4os5ek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765" y="2605405"/>
            <a:ext cx="9076690" cy="179133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20-d3l4j90s8jdo4os5eke0.jpeg"/>
          <p:cNvPicPr>
            <a:picLocks noChangeAspect="1"/>
          </p:cNvPicPr>
          <p:nvPr/>
        </p:nvPicPr>
        <p:blipFill>
          <a:blip r:embed="rId5"/>
          <a:srcRect l="11375" r="11375"/>
          <a:stretch>
            <a:fillRect/>
          </a:stretch>
        </p:blipFill>
        <p:spPr>
          <a:xfrm>
            <a:off x="1874520" y="2605405"/>
            <a:ext cx="2074545" cy="179197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t="42308" b="42308"/>
          <a:stretch>
            <a:fillRect/>
          </a:stretch>
        </p:blipFill>
        <p:spPr>
          <a:xfrm>
            <a:off x="2564765" y="4529455"/>
            <a:ext cx="9076690" cy="179133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33-d3l4jc8s8jdo4os5ekh0.jpeg"/>
          <p:cNvPicPr>
            <a:picLocks noChangeAspect="1"/>
          </p:cNvPicPr>
          <p:nvPr/>
        </p:nvPicPr>
        <p:blipFill>
          <a:blip r:embed="rId6"/>
          <a:srcRect l="11410" r="11410"/>
          <a:stretch>
            <a:fillRect/>
          </a:stretch>
        </p:blipFill>
        <p:spPr>
          <a:xfrm>
            <a:off x="1874520" y="4529455"/>
            <a:ext cx="2074545" cy="179197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85" y="1256665"/>
            <a:ext cx="997585" cy="63119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4086225" y="805815"/>
            <a:ext cx="5176520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项目目标梳理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4086225" y="1256665"/>
            <a:ext cx="7122795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由项目经理负责项目目标梳理，明确项目的方向和预期成果。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4086225" y="2717165"/>
            <a:ext cx="5176520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调研问卷设计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4086225" y="3168015"/>
            <a:ext cx="7122795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策划组负责调研问卷设计，收集目标受众的需求和反馈。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4086225" y="4641215"/>
            <a:ext cx="5176520" cy="4508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脚本撰写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4086225" y="5092065"/>
            <a:ext cx="7122795" cy="1060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内容组负责直播脚本撰写，确保内容的吸引力和专业性。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2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成本估算与预算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694690"/>
            <a:ext cx="6604635" cy="65087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自下而上与参数模型双验证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2"/>
          <a:srcRect l="49949" r="49949"/>
          <a:stretch>
            <a:fillRect/>
          </a:stretch>
        </p:blipFill>
        <p:spPr>
          <a:xfrm>
            <a:off x="4257040" y="2080895"/>
            <a:ext cx="18415" cy="370014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2"/>
          <a:srcRect l="49949" r="49949"/>
          <a:stretch>
            <a:fillRect/>
          </a:stretch>
        </p:blipFill>
        <p:spPr>
          <a:xfrm>
            <a:off x="8174355" y="2080895"/>
            <a:ext cx="18415" cy="3700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7823" r="-5271" b="-10146"/>
          <a:stretch>
            <a:fillRect/>
          </a:stretch>
        </p:blipFill>
        <p:spPr>
          <a:xfrm>
            <a:off x="708025" y="3286125"/>
            <a:ext cx="862330" cy="9671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7823" b="-5112"/>
          <a:stretch>
            <a:fillRect/>
          </a:stretch>
        </p:blipFill>
        <p:spPr>
          <a:xfrm>
            <a:off x="4778375" y="3286125"/>
            <a:ext cx="819150" cy="92583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2710" b="-5112"/>
          <a:stretch>
            <a:fillRect/>
          </a:stretch>
        </p:blipFill>
        <p:spPr>
          <a:xfrm>
            <a:off x="8641080" y="3328035"/>
            <a:ext cx="819150" cy="88392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" y="5522595"/>
            <a:ext cx="997585" cy="63119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71855" y="3544888"/>
            <a:ext cx="49085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518160" y="1902460"/>
            <a:ext cx="1410970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自下而上估算法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878330" y="1902460"/>
            <a:ext cx="1976755" cy="38785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先按WBS拆解任务，估算1120工时，人力费用=1120×450÷3÷8=21000元，加固定费用7500元，总估算28500元。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942205" y="3544888"/>
            <a:ext cx="49085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634865" y="1902460"/>
            <a:ext cx="141097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参数模型估算法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995035" y="1902460"/>
            <a:ext cx="1976755" cy="38785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3场直播×0.8系数=2.4人月，直接成本2.4×30×450÷3=10800元，加间接7500元，得18300元。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804910" y="3544888"/>
            <a:ext cx="490855" cy="430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446770" y="1902460"/>
            <a:ext cx="141097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预算确定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9806940" y="1902460"/>
            <a:ext cx="1976755" cy="38785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综合比较后取高值28500元作为控制基准，确保预算留有安全边际。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3433" r="3433"/>
          <a:stretch>
            <a:fillRect/>
          </a:stretch>
        </p:blipFill>
        <p:spPr>
          <a:xfrm>
            <a:off x="875665" y="1751330"/>
            <a:ext cx="3256915" cy="4485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165" y="738505"/>
            <a:ext cx="5568950" cy="5708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预算分解与资金筹措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3433" r="3433"/>
          <a:stretch>
            <a:fillRect/>
          </a:stretch>
        </p:blipFill>
        <p:spPr>
          <a:xfrm>
            <a:off x="4485640" y="1751330"/>
            <a:ext cx="3256915" cy="448500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3433" r="3433"/>
          <a:stretch>
            <a:fillRect/>
          </a:stretch>
        </p:blipFill>
        <p:spPr>
          <a:xfrm>
            <a:off x="8057515" y="1751330"/>
            <a:ext cx="3256915" cy="44850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845" y="738505"/>
            <a:ext cx="997585" cy="63119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981075" y="1827530"/>
            <a:ext cx="2994660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预算分解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981075" y="2874010"/>
            <a:ext cx="2994660" cy="319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预算28500元对应18项任务，细化到开始-完成时间与比较基准，如设备采购4200元、脚本撰写2250元、宣传材料2400元、福利1800元、项目管理4950元。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4591050" y="1827530"/>
            <a:ext cx="2994660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资金筹措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91050" y="2874010"/>
            <a:ext cx="2994660" cy="319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学校专项经费4000元、企业赞助3000元、团队自筹1000元，剩余缺口通过资源置换解决。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8162925" y="1827530"/>
            <a:ext cx="2994660" cy="93789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资金保障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162925" y="2874010"/>
            <a:ext cx="2994660" cy="31902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确保现金流覆盖全周期，为项目的顺利实施提供资金支持。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2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风险识别与应对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l="45971" r="45971"/>
          <a:stretch>
            <a:fillRect/>
          </a:stretch>
        </p:blipFill>
        <p:spPr>
          <a:xfrm>
            <a:off x="0" y="0"/>
            <a:ext cx="431165" cy="68567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20" y="379730"/>
            <a:ext cx="6604635" cy="61087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六大风险场景与预警阈值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4-d3l4jcgs8jdo4os5eki0.jpeg"/>
          <p:cNvPicPr>
            <a:picLocks noChangeAspect="1"/>
          </p:cNvPicPr>
          <p:nvPr/>
        </p:nvPicPr>
        <p:blipFill>
          <a:blip r:embed="rId3"/>
          <a:srcRect l="30926" r="30926"/>
          <a:stretch>
            <a:fillRect/>
          </a:stretch>
        </p:blipFill>
        <p:spPr>
          <a:xfrm>
            <a:off x="6713220" y="0"/>
            <a:ext cx="5485130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7555" y="1075690"/>
            <a:ext cx="5176520" cy="4235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进度风险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59460" y="1452245"/>
            <a:ext cx="5313680" cy="1296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脚本或设备滞后超计划10%触发预警，预留缓冲期、备选嘉宾、专人跟单设备。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44220" y="2902585"/>
            <a:ext cx="5176520" cy="4235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成本风险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44220" y="3291840"/>
            <a:ext cx="5328285" cy="1296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市场波动或需求变更导致超预算5%即升级审批，固定价格合同、租赁替代采购、严控变更。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44220" y="4780280"/>
            <a:ext cx="5176520" cy="42354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质量风险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51840" y="5169535"/>
            <a:ext cx="5321300" cy="1296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脚本吸引力、技术调试、互动效果未达内部评审标准即回炉，三级内容审核、直播前3天全流程演练、互动脚本AB测试。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2675" y="809625"/>
            <a:ext cx="5194300" cy="61087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应对策略与备用方案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 flipH="1">
            <a:off x="10238845" y="931833"/>
            <a:ext cx="878810" cy="279259"/>
          </a:xfrm>
          <a:custGeom>
            <a:avLst/>
            <a:gdLst/>
            <a:ahLst/>
            <a:cxnLst/>
            <a:rect l="l" t="t" r="r" b="b"/>
            <a:pathLst>
              <a:path w="878810" h="279259">
                <a:moveTo>
                  <a:pt x="192859" y="139265"/>
                </a:moveTo>
                <a:lnTo>
                  <a:pt x="54326" y="-101"/>
                </a:lnTo>
                <a:lnTo>
                  <a:pt x="-976" y="55587"/>
                </a:lnTo>
                <a:lnTo>
                  <a:pt x="43352" y="100198"/>
                </a:lnTo>
                <a:lnTo>
                  <a:pt x="78533" y="139582"/>
                </a:lnTo>
                <a:lnTo>
                  <a:pt x="43352" y="178953"/>
                </a:lnTo>
                <a:lnTo>
                  <a:pt x="-976" y="223565"/>
                </a:lnTo>
                <a:lnTo>
                  <a:pt x="54326" y="279259"/>
                </a:lnTo>
                <a:lnTo>
                  <a:pt x="192859" y="139893"/>
                </a:lnTo>
                <a:lnTo>
                  <a:pt x="192553" y="139576"/>
                </a:lnTo>
                <a:close/>
                <a:moveTo>
                  <a:pt x="421509" y="139265"/>
                </a:moveTo>
                <a:lnTo>
                  <a:pt x="282977" y="-101"/>
                </a:lnTo>
                <a:lnTo>
                  <a:pt x="227674" y="55587"/>
                </a:lnTo>
                <a:lnTo>
                  <a:pt x="272002" y="100198"/>
                </a:lnTo>
                <a:lnTo>
                  <a:pt x="307123" y="139582"/>
                </a:lnTo>
                <a:lnTo>
                  <a:pt x="272002" y="178953"/>
                </a:lnTo>
                <a:lnTo>
                  <a:pt x="227674" y="223565"/>
                </a:lnTo>
                <a:lnTo>
                  <a:pt x="282977" y="279259"/>
                </a:lnTo>
                <a:lnTo>
                  <a:pt x="421509" y="139893"/>
                </a:lnTo>
                <a:lnTo>
                  <a:pt x="421204" y="139576"/>
                </a:lnTo>
                <a:close/>
                <a:moveTo>
                  <a:pt x="650160" y="139265"/>
                </a:moveTo>
                <a:lnTo>
                  <a:pt x="511627" y="-101"/>
                </a:lnTo>
                <a:lnTo>
                  <a:pt x="456264" y="55587"/>
                </a:lnTo>
                <a:lnTo>
                  <a:pt x="500653" y="100198"/>
                </a:lnTo>
                <a:lnTo>
                  <a:pt x="535774" y="139582"/>
                </a:lnTo>
                <a:lnTo>
                  <a:pt x="500653" y="178953"/>
                </a:lnTo>
                <a:lnTo>
                  <a:pt x="456264" y="223565"/>
                </a:lnTo>
                <a:lnTo>
                  <a:pt x="511627" y="279259"/>
                </a:lnTo>
                <a:lnTo>
                  <a:pt x="650160" y="139893"/>
                </a:lnTo>
                <a:lnTo>
                  <a:pt x="649854" y="139576"/>
                </a:lnTo>
                <a:close/>
                <a:moveTo>
                  <a:pt x="878810" y="139265"/>
                </a:moveTo>
                <a:lnTo>
                  <a:pt x="740277" y="-101"/>
                </a:lnTo>
                <a:lnTo>
                  <a:pt x="684914" y="55587"/>
                </a:lnTo>
                <a:lnTo>
                  <a:pt x="729242" y="100198"/>
                </a:lnTo>
                <a:lnTo>
                  <a:pt x="764423" y="139582"/>
                </a:lnTo>
                <a:lnTo>
                  <a:pt x="729242" y="178953"/>
                </a:lnTo>
                <a:lnTo>
                  <a:pt x="684914" y="223565"/>
                </a:lnTo>
                <a:lnTo>
                  <a:pt x="740277" y="279259"/>
                </a:lnTo>
                <a:lnTo>
                  <a:pt x="878810" y="139893"/>
                </a:lnTo>
                <a:lnTo>
                  <a:pt x="878444" y="139576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4" name="Text 2"/>
          <p:cNvSpPr/>
          <p:nvPr/>
        </p:nvSpPr>
        <p:spPr>
          <a:xfrm>
            <a:off x="10238845" y="931833"/>
            <a:ext cx="878810" cy="27925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" y="5412105"/>
            <a:ext cx="449580" cy="631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5375" y="1609090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技术风险应对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5375" y="2604770"/>
            <a:ext cx="3152140" cy="3241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双网络冗余、备用4G热点、平台技术支持热线，确保直播技术稳定。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6482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人员风险应对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48200" y="2606040"/>
            <a:ext cx="3152140" cy="3241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签署项目承诺、关键岗位双人备份、导师快速补位，保障团队稳定。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55000" y="1613218"/>
            <a:ext cx="3152140" cy="9467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舆情风险应对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55000" y="2611755"/>
            <a:ext cx="3152140" cy="32410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关键词过滤、专人监屏、24小时应急响应、必要时切换线上模式，维护项目形象。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2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沟通与会议机制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7-d3l4j5os8jdo4os5ek9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001895" y="-338455"/>
            <a:ext cx="2195195" cy="12198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835" y="628650"/>
            <a:ext cx="6604635" cy="5546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信息共享与实时查询平台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5-d3l4jcos8jdo4os5ekk0.jpeg"/>
          <p:cNvPicPr>
            <a:picLocks noChangeAspect="1"/>
          </p:cNvPicPr>
          <p:nvPr/>
        </p:nvPicPr>
        <p:blipFill>
          <a:blip r:embed="rId3"/>
          <a:srcRect t="5082" b="5082"/>
          <a:stretch>
            <a:fillRect/>
          </a:stretch>
        </p:blipFill>
        <p:spPr>
          <a:xfrm>
            <a:off x="4641850" y="4536440"/>
            <a:ext cx="3180080" cy="176212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37-d3l4jd8s8jdo4os5ekl0.jpeg"/>
          <p:cNvPicPr>
            <a:picLocks noChangeAspect="1"/>
          </p:cNvPicPr>
          <p:nvPr/>
        </p:nvPicPr>
        <p:blipFill>
          <a:blip r:embed="rId4"/>
          <a:srcRect l="144" r="144"/>
          <a:stretch>
            <a:fillRect/>
          </a:stretch>
        </p:blipFill>
        <p:spPr>
          <a:xfrm>
            <a:off x="854710" y="4569460"/>
            <a:ext cx="3162300" cy="17621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37-d3l4jd8s8jdo4os5ekkg.jpeg"/>
          <p:cNvPicPr>
            <a:picLocks noChangeAspect="1"/>
          </p:cNvPicPr>
          <p:nvPr/>
        </p:nvPicPr>
        <p:blipFill>
          <a:blip r:embed="rId5"/>
          <a:srcRect t="8022" b="8022"/>
          <a:stretch>
            <a:fillRect/>
          </a:stretch>
        </p:blipFill>
        <p:spPr>
          <a:xfrm>
            <a:off x="8446770" y="4552315"/>
            <a:ext cx="3146425" cy="17621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615950"/>
            <a:ext cx="997585" cy="63119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737235" y="1374140"/>
            <a:ext cx="334518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共享平台</a:t>
            </a:r>
            <a:endParaRPr lang="en-US" sz="1600" dirty="0"/>
          </a:p>
        </p:txBody>
      </p:sp>
      <p:sp>
        <p:nvSpPr>
          <p:cNvPr id="9" name="Text 2"/>
          <p:cNvSpPr/>
          <p:nvPr/>
        </p:nvSpPr>
        <p:spPr>
          <a:xfrm>
            <a:off x="737235" y="2035175"/>
            <a:ext cx="3344545" cy="10239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建立腾讯文档项目库，含计划、任务分配、进度报表、会议纪要、问题日志，按角色分配只读/编辑权限。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4542790" y="1374140"/>
            <a:ext cx="334518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沟通渠道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4542790" y="2035175"/>
            <a:ext cx="3344545" cy="10239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微信群与企业微信群双通道，确保通知即时触达；关键阶段集中办公，物理拉通缩短决策链。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8352790" y="1374140"/>
            <a:ext cx="3345180" cy="43894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信息更新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8352790" y="2035175"/>
            <a:ext cx="3344545" cy="6826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信息更新频率：文档日更、群消息实时、周报周更，保证所有干系人同频。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50-d3l4jggs8jdo4os5ekp0.jpeg"/>
          <p:cNvPicPr>
            <a:picLocks noChangeAspect="1"/>
          </p:cNvPicPr>
          <p:nvPr/>
        </p:nvPicPr>
        <p:blipFill>
          <a:blip r:embed="rId2"/>
          <a:srcRect t="20753" b="29928"/>
          <a:stretch>
            <a:fillRect/>
          </a:stretch>
        </p:blipFill>
        <p:spPr>
          <a:xfrm>
            <a:off x="0" y="0"/>
            <a:ext cx="12192000" cy="223901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3"/>
          <a:srcRect l="3827" r="3827"/>
          <a:stretch>
            <a:fillRect/>
          </a:stretch>
        </p:blipFill>
        <p:spPr>
          <a:xfrm>
            <a:off x="601980" y="1548765"/>
            <a:ext cx="3518535" cy="48863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771140" y="593090"/>
            <a:ext cx="6604635" cy="5546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三层会议体系与输出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3"/>
          <a:srcRect l="3827" r="3827"/>
          <a:stretch>
            <a:fillRect/>
          </a:stretch>
        </p:blipFill>
        <p:spPr>
          <a:xfrm>
            <a:off x="4337050" y="1548765"/>
            <a:ext cx="3518535" cy="48863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3"/>
          <a:srcRect l="3827" r="3827"/>
          <a:stretch>
            <a:fillRect/>
          </a:stretch>
        </p:blipFill>
        <p:spPr>
          <a:xfrm>
            <a:off x="8014335" y="1548765"/>
            <a:ext cx="3518535" cy="4886325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4"/>
          <a:srcRect l="-6271" t="-11519" r="-5529" b="-9363"/>
          <a:stretch>
            <a:fillRect/>
          </a:stretch>
        </p:blipFill>
        <p:spPr>
          <a:xfrm>
            <a:off x="1908810" y="1130300"/>
            <a:ext cx="863600" cy="93535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4"/>
          <a:srcRect l="-6271" t="-11519" r="-5529" b="-9363"/>
          <a:stretch>
            <a:fillRect/>
          </a:stretch>
        </p:blipFill>
        <p:spPr>
          <a:xfrm>
            <a:off x="5642610" y="1130300"/>
            <a:ext cx="863600" cy="935355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11-20:12:35-d3l4jcos8jdo4os5ekig.png"/>
          <p:cNvPicPr>
            <a:picLocks noChangeAspect="1"/>
          </p:cNvPicPr>
          <p:nvPr/>
        </p:nvPicPr>
        <p:blipFill>
          <a:blip r:embed="rId4"/>
          <a:srcRect l="-6271" t="-11519" r="-5529" b="-9363"/>
          <a:stretch>
            <a:fillRect/>
          </a:stretch>
        </p:blipFill>
        <p:spPr>
          <a:xfrm>
            <a:off x="9375775" y="1130300"/>
            <a:ext cx="863600" cy="935355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2095183" y="1377315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964565" y="1917700"/>
            <a:ext cx="2559050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日常短会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807720" y="2915920"/>
            <a:ext cx="3179445" cy="7802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每日17:30-18:00组内30分钟，汇报进展与问题。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5828983" y="1377315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4795520" y="1917700"/>
            <a:ext cx="2559050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周例会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4542790" y="2915920"/>
            <a:ext cx="3179445" cy="11705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每周五15:00-16:30项目经理主持，各组长+核心成员参加，会后1小时发布纪要。</a:t>
            </a:r>
            <a:endParaRPr lang="en-US" sz="1600" dirty="0"/>
          </a:p>
        </p:txBody>
      </p:sp>
      <p:sp>
        <p:nvSpPr>
          <p:cNvPr id="16" name="Text 7"/>
          <p:cNvSpPr/>
          <p:nvPr/>
        </p:nvSpPr>
        <p:spPr>
          <a:xfrm>
            <a:off x="9562148" y="1377315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8"/>
          <p:cNvSpPr/>
          <p:nvPr/>
        </p:nvSpPr>
        <p:spPr>
          <a:xfrm>
            <a:off x="8493760" y="1917700"/>
            <a:ext cx="2559050" cy="10763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专项会议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8220075" y="2915920"/>
            <a:ext cx="3179445" cy="7802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重大风险或决策由项目经理临时召集，24小时内输出决策记录。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80.jpg"/>
          <p:cNvPicPr>
            <a:picLocks noChangeAspect="1"/>
          </p:cNvPicPr>
          <p:nvPr/>
        </p:nvPicPr>
        <p:blipFill>
          <a:blip r:embed="rId2"/>
          <a:srcRect l="291" r="29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12:02-d3l4j4gs8jdo4os5ek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090" y="1907540"/>
            <a:ext cx="6954520" cy="304292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 flipH="1">
            <a:off x="8853170" y="0"/>
            <a:ext cx="333883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456180" y="3725545"/>
            <a:ext cx="7279640" cy="68834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2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收尾与成果展望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4395" y="2249805"/>
            <a:ext cx="2824480" cy="143383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08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3863975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8" name="Text 3"/>
          <p:cNvSpPr/>
          <p:nvPr/>
        </p:nvSpPr>
        <p:spPr>
          <a:xfrm>
            <a:off x="3863975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 flipH="1">
            <a:off x="6957060" y="2890520"/>
            <a:ext cx="1303655" cy="414655"/>
          </a:xfrm>
          <a:custGeom>
            <a:avLst/>
            <a:gdLst/>
            <a:ahLst/>
            <a:cxnLst/>
            <a:rect l="l" t="t" r="r" b="b"/>
            <a:pathLst>
              <a:path w="1303655" h="414655">
                <a:moveTo>
                  <a:pt x="286093" y="206786"/>
                </a:moveTo>
                <a:lnTo>
                  <a:pt x="80589" y="-150"/>
                </a:lnTo>
                <a:lnTo>
                  <a:pt x="-1448" y="82538"/>
                </a:lnTo>
                <a:lnTo>
                  <a:pt x="64310" y="148778"/>
                </a:lnTo>
                <a:lnTo>
                  <a:pt x="116498" y="207257"/>
                </a:lnTo>
                <a:lnTo>
                  <a:pt x="64310" y="265717"/>
                </a:lnTo>
                <a:lnTo>
                  <a:pt x="-1448" y="331958"/>
                </a:lnTo>
                <a:lnTo>
                  <a:pt x="80589" y="414655"/>
                </a:lnTo>
                <a:lnTo>
                  <a:pt x="286093" y="207719"/>
                </a:lnTo>
                <a:lnTo>
                  <a:pt x="285640" y="207248"/>
                </a:lnTo>
                <a:close/>
                <a:moveTo>
                  <a:pt x="625280" y="206786"/>
                </a:moveTo>
                <a:lnTo>
                  <a:pt x="419777" y="-150"/>
                </a:lnTo>
                <a:lnTo>
                  <a:pt x="337739" y="82538"/>
                </a:lnTo>
                <a:lnTo>
                  <a:pt x="403497" y="148778"/>
                </a:lnTo>
                <a:lnTo>
                  <a:pt x="455597" y="207257"/>
                </a:lnTo>
                <a:lnTo>
                  <a:pt x="403497" y="265717"/>
                </a:lnTo>
                <a:lnTo>
                  <a:pt x="337739" y="331958"/>
                </a:lnTo>
                <a:lnTo>
                  <a:pt x="419777" y="414655"/>
                </a:lnTo>
                <a:lnTo>
                  <a:pt x="625280" y="207719"/>
                </a:lnTo>
                <a:lnTo>
                  <a:pt x="624827" y="207248"/>
                </a:lnTo>
                <a:close/>
                <a:moveTo>
                  <a:pt x="964468" y="206786"/>
                </a:moveTo>
                <a:lnTo>
                  <a:pt x="758964" y="-150"/>
                </a:lnTo>
                <a:lnTo>
                  <a:pt x="676836" y="82538"/>
                </a:lnTo>
                <a:lnTo>
                  <a:pt x="742685" y="148778"/>
                </a:lnTo>
                <a:lnTo>
                  <a:pt x="794784" y="207257"/>
                </a:lnTo>
                <a:lnTo>
                  <a:pt x="742685" y="265717"/>
                </a:lnTo>
                <a:lnTo>
                  <a:pt x="676836" y="331958"/>
                </a:lnTo>
                <a:lnTo>
                  <a:pt x="758964" y="414655"/>
                </a:lnTo>
                <a:lnTo>
                  <a:pt x="964468" y="207719"/>
                </a:lnTo>
                <a:lnTo>
                  <a:pt x="964015" y="207248"/>
                </a:lnTo>
                <a:close/>
                <a:moveTo>
                  <a:pt x="1303655" y="206786"/>
                </a:moveTo>
                <a:lnTo>
                  <a:pt x="1098151" y="-150"/>
                </a:lnTo>
                <a:lnTo>
                  <a:pt x="1016024" y="82538"/>
                </a:lnTo>
                <a:lnTo>
                  <a:pt x="1081781" y="148778"/>
                </a:lnTo>
                <a:lnTo>
                  <a:pt x="1133970" y="207257"/>
                </a:lnTo>
                <a:lnTo>
                  <a:pt x="1081781" y="265717"/>
                </a:lnTo>
                <a:lnTo>
                  <a:pt x="1016024" y="331958"/>
                </a:lnTo>
                <a:lnTo>
                  <a:pt x="1098151" y="414655"/>
                </a:lnTo>
                <a:lnTo>
                  <a:pt x="1303655" y="207719"/>
                </a:lnTo>
                <a:lnTo>
                  <a:pt x="1303111" y="207248"/>
                </a:lnTo>
                <a:close/>
              </a:path>
            </a:pathLst>
          </a:custGeom>
          <a:solidFill>
            <a:srgbClr val="3D59C2"/>
          </a:solidFill>
        </p:spPr>
      </p:sp>
      <p:sp>
        <p:nvSpPr>
          <p:cNvPr id="10" name="Text 5"/>
          <p:cNvSpPr/>
          <p:nvPr/>
        </p:nvSpPr>
        <p:spPr>
          <a:xfrm>
            <a:off x="6957060" y="2890520"/>
            <a:ext cx="1303655" cy="4146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Image 3" descr="https://kimi-img.moonshot.cn/pub/slides/slides_tmpl/image/25-10-11-20:12:01-d3l4j48s8jdo4os5ek3g.png"/>
          <p:cNvPicPr>
            <a:picLocks noChangeAspect="1"/>
          </p:cNvPicPr>
          <p:nvPr/>
        </p:nvPicPr>
        <p:blipFill>
          <a:blip r:embed="rId4"/>
          <a:srcRect l="11182" r="-7512"/>
          <a:stretch>
            <a:fillRect/>
          </a:stretch>
        </p:blipFill>
        <p:spPr>
          <a:xfrm>
            <a:off x="0" y="0"/>
            <a:ext cx="3338830" cy="6857365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 rot="16200000">
            <a:off x="-1539875" y="2364740"/>
            <a:ext cx="5589905" cy="2401570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10-11-20:12:02-d3l4j4gs8jdo4os5ek5g.png"/>
          <p:cNvPicPr>
            <a:picLocks noChangeAspect="1"/>
          </p:cNvPicPr>
          <p:nvPr/>
        </p:nvPicPr>
        <p:blipFill>
          <a:blip r:embed="rId5">
            <a:alphaModFix amt="23000"/>
          </a:blip>
          <a:stretch>
            <a:fillRect/>
          </a:stretch>
        </p:blipFill>
        <p:spPr>
          <a:xfrm rot="5400000" flipH="1">
            <a:off x="8154035" y="2364740"/>
            <a:ext cx="5589905" cy="2401570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8780445" y="77085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7"/>
          <p:cNvSpPr/>
          <p:nvPr/>
        </p:nvSpPr>
        <p:spPr>
          <a:xfrm>
            <a:off x="8780445" y="77085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060" y="694690"/>
            <a:ext cx="6604635" cy="554633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数据复盘与知识沉淀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2"/>
          <a:srcRect l="49949" r="49949"/>
          <a:stretch>
            <a:fillRect/>
          </a:stretch>
        </p:blipFill>
        <p:spPr>
          <a:xfrm>
            <a:off x="4257040" y="2080895"/>
            <a:ext cx="18415" cy="370014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11-20:12:35-d3l4jcos8jdo4os5ekj0.jpg"/>
          <p:cNvPicPr>
            <a:picLocks noChangeAspect="1"/>
          </p:cNvPicPr>
          <p:nvPr/>
        </p:nvPicPr>
        <p:blipFill>
          <a:blip r:embed="rId2"/>
          <a:srcRect l="49949" r="49949"/>
          <a:stretch>
            <a:fillRect/>
          </a:stretch>
        </p:blipFill>
        <p:spPr>
          <a:xfrm>
            <a:off x="8174355" y="2080895"/>
            <a:ext cx="18415" cy="37001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7823" r="-5271" b="-10146"/>
          <a:stretch>
            <a:fillRect/>
          </a:stretch>
        </p:blipFill>
        <p:spPr>
          <a:xfrm>
            <a:off x="708025" y="3286125"/>
            <a:ext cx="862330" cy="9671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7823" b="-5112"/>
          <a:stretch>
            <a:fillRect/>
          </a:stretch>
        </p:blipFill>
        <p:spPr>
          <a:xfrm>
            <a:off x="4778375" y="3286125"/>
            <a:ext cx="819150" cy="92583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0.png"/>
          <p:cNvPicPr>
            <a:picLocks noChangeAspect="1"/>
          </p:cNvPicPr>
          <p:nvPr/>
        </p:nvPicPr>
        <p:blipFill>
          <a:blip r:embed="rId3"/>
          <a:srcRect t="-2710" b="-5112"/>
          <a:stretch>
            <a:fillRect/>
          </a:stretch>
        </p:blipFill>
        <p:spPr>
          <a:xfrm>
            <a:off x="8641080" y="3328035"/>
            <a:ext cx="819150" cy="883920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90" y="5522595"/>
            <a:ext cx="997585" cy="63119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871855" y="3544888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2"/>
          <p:cNvSpPr/>
          <p:nvPr/>
        </p:nvSpPr>
        <p:spPr>
          <a:xfrm>
            <a:off x="518160" y="1902460"/>
            <a:ext cx="1410970" cy="138303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数据导出与清洗</a:t>
            </a: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1878330" y="1902460"/>
            <a:ext cx="1976755" cy="17065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直播结束后24小时内导出抖音后台数据，使用Excel+Python清洗，生成三场次对比报告。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942205" y="3544888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4634865" y="1902460"/>
            <a:ext cx="141097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复盘会议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5995035" y="1902460"/>
            <a:ext cx="1976755" cy="10239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召开复盘会议，用鱼骨图剖析问题，输出经验清单与改进Backlog。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804910" y="3544888"/>
            <a:ext cx="490855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446770" y="1902460"/>
            <a:ext cx="1410970" cy="138366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知识沉淀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9806940" y="1902460"/>
            <a:ext cx="1976755" cy="17065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将脚本、物料、数据、会议记录打包成项目资产，命名规范统一存入学校云盘，供后续课程与项目复用。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t="42308" b="42308"/>
          <a:stretch>
            <a:fillRect/>
          </a:stretch>
        </p:blipFill>
        <p:spPr>
          <a:xfrm>
            <a:off x="2564765" y="694055"/>
            <a:ext cx="9076690" cy="17913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7185" y="2199640"/>
            <a:ext cx="1336675" cy="190182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实践案例报告与教学转化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12:34-d3l4jcgs8jdo4os5ekhg.jpeg"/>
          <p:cNvPicPr>
            <a:picLocks noChangeAspect="1"/>
          </p:cNvPicPr>
          <p:nvPr/>
        </p:nvPicPr>
        <p:blipFill>
          <a:blip r:embed="rId3"/>
          <a:srcRect l="11428" r="11428"/>
          <a:stretch>
            <a:fillRect/>
          </a:stretch>
        </p:blipFill>
        <p:spPr>
          <a:xfrm>
            <a:off x="1874520" y="694055"/>
            <a:ext cx="2074545" cy="179197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12:23-d3l4j9os8jdo4os5ekg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765" y="2605405"/>
            <a:ext cx="9076690" cy="179133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12:20-d3l4j90s8jdo4os5eke0.jpeg"/>
          <p:cNvPicPr>
            <a:picLocks noChangeAspect="1"/>
          </p:cNvPicPr>
          <p:nvPr/>
        </p:nvPicPr>
        <p:blipFill>
          <a:blip r:embed="rId5"/>
          <a:srcRect l="11375" r="11375"/>
          <a:stretch>
            <a:fillRect/>
          </a:stretch>
        </p:blipFill>
        <p:spPr>
          <a:xfrm>
            <a:off x="1874520" y="2605405"/>
            <a:ext cx="2074545" cy="179197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12:06-d3l4j5gs8jdo4os5ek7g.jpg"/>
          <p:cNvPicPr>
            <a:picLocks noChangeAspect="1"/>
          </p:cNvPicPr>
          <p:nvPr/>
        </p:nvPicPr>
        <p:blipFill>
          <a:blip r:embed="rId2"/>
          <a:srcRect t="42308" b="42308"/>
          <a:stretch>
            <a:fillRect/>
          </a:stretch>
        </p:blipFill>
        <p:spPr>
          <a:xfrm>
            <a:off x="2564765" y="4529455"/>
            <a:ext cx="9076690" cy="179133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10-11-20:12:33-d3l4jc8s8jdo4os5ekh0.jpeg"/>
          <p:cNvPicPr>
            <a:picLocks noChangeAspect="1"/>
          </p:cNvPicPr>
          <p:nvPr/>
        </p:nvPicPr>
        <p:blipFill>
          <a:blip r:embed="rId6"/>
          <a:srcRect l="11410" r="11410"/>
          <a:stretch>
            <a:fillRect/>
          </a:stretch>
        </p:blipFill>
        <p:spPr>
          <a:xfrm>
            <a:off x="1874520" y="4529455"/>
            <a:ext cx="2074545" cy="1791970"/>
          </a:xfrm>
          <a:prstGeom prst="rect">
            <a:avLst/>
          </a:prstGeom>
        </p:spPr>
      </p:pic>
      <p:pic>
        <p:nvPicPr>
          <p:cNvPr id="9" name="Image 6" descr="https://kimi-img.moonshot.cn/pub/slides/slides_tmpl/image/25-10-11-20:12:07-d3l4j5os8jdo4os5eka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185" y="1256665"/>
            <a:ext cx="997585" cy="631190"/>
          </a:xfrm>
          <a:prstGeom prst="rect">
            <a:avLst/>
          </a:prstGeom>
        </p:spPr>
      </p:pic>
      <p:sp>
        <p:nvSpPr>
          <p:cNvPr id="10" name="Text 1"/>
          <p:cNvSpPr/>
          <p:nvPr/>
        </p:nvSpPr>
        <p:spPr>
          <a:xfrm>
            <a:off x="4086225" y="805815"/>
            <a:ext cx="5176520" cy="35639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案例报告撰写</a:t>
            </a:r>
            <a:endParaRPr lang="en-US" sz="1600" dirty="0"/>
          </a:p>
        </p:txBody>
      </p:sp>
      <p:sp>
        <p:nvSpPr>
          <p:cNvPr id="11" name="Text 2"/>
          <p:cNvSpPr/>
          <p:nvPr/>
        </p:nvSpPr>
        <p:spPr>
          <a:xfrm>
            <a:off x="4086225" y="1256665"/>
            <a:ext cx="7122795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按学校教学案例库格式撰写《校园抖音直播实践案例》，包含背景、目标、过程、数据、问题、方法论、可复制要点。</a:t>
            </a:r>
            <a:endParaRPr lang="en-US" sz="1600" dirty="0"/>
          </a:p>
        </p:txBody>
      </p:sp>
      <p:sp>
        <p:nvSpPr>
          <p:cNvPr id="12" name="Text 3"/>
          <p:cNvSpPr/>
          <p:nvPr/>
        </p:nvSpPr>
        <p:spPr>
          <a:xfrm>
            <a:off x="4086225" y="2717165"/>
            <a:ext cx="5176520" cy="35639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3D59C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教学转化</a:t>
            </a:r>
            <a:endParaRPr lang="en-US" sz="1600" dirty="0"/>
          </a:p>
        </p:txBody>
      </p:sp>
      <p:sp>
        <p:nvSpPr>
          <p:cNvPr id="13" name="Text 4"/>
          <p:cNvSpPr/>
          <p:nvPr/>
        </p:nvSpPr>
        <p:spPr>
          <a:xfrm>
            <a:off x="4086225" y="3168015"/>
            <a:ext cx="7122795" cy="6399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配套教师手册与学生工作纸，直接嵌入《新媒体运营》《项目管理》课程，覆盖5个以上班级。</a:t>
            </a:r>
            <a:endParaRPr lang="en-US" sz="1600" dirty="0"/>
          </a:p>
        </p:txBody>
      </p:sp>
      <p:sp>
        <p:nvSpPr>
          <p:cNvPr id="14" name="Text 5"/>
          <p:cNvSpPr/>
          <p:nvPr/>
        </p:nvSpPr>
        <p:spPr>
          <a:xfrm>
            <a:off x="4086225" y="4641215"/>
            <a:ext cx="5176520" cy="356394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个人价值</a:t>
            </a:r>
            <a:endParaRPr lang="en-US" sz="1600" dirty="0"/>
          </a:p>
        </p:txBody>
      </p:sp>
      <p:sp>
        <p:nvSpPr>
          <p:cNvPr id="15" name="Text 6"/>
          <p:cNvSpPr/>
          <p:nvPr/>
        </p:nvSpPr>
        <p:spPr>
          <a:xfrm>
            <a:off x="4086225" y="5092065"/>
            <a:ext cx="7122795" cy="3198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项目成员可凭案例参加竞赛、实习面试，形成简历差异化亮点，实现教育-产业闭环。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9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12:01-d3l4j48s8jdo4os5ek40.jpg"/>
          <p:cNvPicPr>
            <a:picLocks noChangeAspect="1"/>
          </p:cNvPicPr>
          <p:nvPr/>
        </p:nvPicPr>
        <p:blipFill>
          <a:blip r:embed="rId2"/>
          <a:srcRect t="62" b="62"/>
          <a:stretch>
            <a:fillRect/>
          </a:stretch>
        </p:blipFill>
        <p:spPr>
          <a:xfrm>
            <a:off x="0" y="0"/>
            <a:ext cx="12192635" cy="68586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235" y="834390"/>
            <a:ext cx="8226425" cy="1353741"/>
          </a:xfrm>
          <a:prstGeom prst="rect">
            <a:avLst/>
          </a:prstGeom>
          <a:noFill/>
        </p:spPr>
        <p:txBody>
          <a:bodyPr wrap="square" lIns="99695" tIns="49784" rIns="99695" bIns="49784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8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78828" y="2211070"/>
            <a:ext cx="6405880" cy="1129030"/>
          </a:xfrm>
          <a:prstGeom prst="rect">
            <a:avLst/>
          </a:prstGeom>
          <a:noFill/>
        </p:spPr>
        <p:txBody>
          <a:bodyPr wrap="square" lIns="99695" tIns="49784" rIns="99695" bIns="49784" rtlCol="0" anchor="t"/>
          <a:lstStyle/>
          <a:p>
            <a:pPr>
              <a:lnSpc>
                <a:spcPct val="100000"/>
              </a:lnSpc>
            </a:pPr>
            <a:r>
              <a:rPr lang="en-US" sz="6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感谢大家观看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209195" y="4015704"/>
            <a:ext cx="1141923" cy="723293"/>
          </a:xfrm>
          <a:custGeom>
            <a:avLst/>
            <a:gdLst/>
            <a:ahLst/>
            <a:cxnLst/>
            <a:rect l="l" t="t" r="r" b="b"/>
            <a:pathLst>
              <a:path w="1141923" h="723293">
                <a:moveTo>
                  <a:pt x="50838" y="25788"/>
                </a:moveTo>
                <a:cubicBezTo>
                  <a:pt x="50838" y="40086"/>
                  <a:pt x="39239" y="51676"/>
                  <a:pt x="24931" y="51676"/>
                </a:cubicBezTo>
                <a:cubicBezTo>
                  <a:pt x="10623" y="51676"/>
                  <a:pt x="-976" y="40086"/>
                  <a:pt x="-976" y="25788"/>
                </a:cubicBezTo>
                <a:cubicBezTo>
                  <a:pt x="-976" y="11490"/>
                  <a:pt x="10623" y="-101"/>
                  <a:pt x="24931" y="-101"/>
                </a:cubicBezTo>
                <a:cubicBezTo>
                  <a:pt x="39233" y="-108"/>
                  <a:pt x="50831" y="11473"/>
                  <a:pt x="50838" y="25763"/>
                </a:cubicBezTo>
                <a:cubicBezTo>
                  <a:pt x="50838" y="25772"/>
                  <a:pt x="50838" y="25780"/>
                  <a:pt x="50838" y="25788"/>
                </a:cubicBezTo>
                <a:close/>
                <a:moveTo>
                  <a:pt x="269068" y="25788"/>
                </a:moveTo>
                <a:cubicBezTo>
                  <a:pt x="269068" y="40086"/>
                  <a:pt x="257469" y="51676"/>
                  <a:pt x="243160" y="51676"/>
                </a:cubicBezTo>
                <a:cubicBezTo>
                  <a:pt x="228853" y="51676"/>
                  <a:pt x="217253" y="40086"/>
                  <a:pt x="217253" y="25788"/>
                </a:cubicBezTo>
                <a:cubicBezTo>
                  <a:pt x="217253" y="11490"/>
                  <a:pt x="228853" y="-101"/>
                  <a:pt x="243160" y="-101"/>
                </a:cubicBezTo>
                <a:cubicBezTo>
                  <a:pt x="257461" y="-84"/>
                  <a:pt x="269051" y="11497"/>
                  <a:pt x="269068" y="25788"/>
                </a:cubicBezTo>
                <a:close/>
                <a:moveTo>
                  <a:pt x="487237" y="25788"/>
                </a:moveTo>
                <a:cubicBezTo>
                  <a:pt x="487237" y="40086"/>
                  <a:pt x="475637" y="51676"/>
                  <a:pt x="461329" y="51676"/>
                </a:cubicBezTo>
                <a:cubicBezTo>
                  <a:pt x="447021" y="51676"/>
                  <a:pt x="435422" y="40086"/>
                  <a:pt x="435422" y="25788"/>
                </a:cubicBezTo>
                <a:cubicBezTo>
                  <a:pt x="435422" y="11490"/>
                  <a:pt x="447021" y="-101"/>
                  <a:pt x="461329" y="-101"/>
                </a:cubicBezTo>
                <a:cubicBezTo>
                  <a:pt x="475631" y="-108"/>
                  <a:pt x="487229" y="11473"/>
                  <a:pt x="487237" y="25763"/>
                </a:cubicBezTo>
                <a:cubicBezTo>
                  <a:pt x="487237" y="25772"/>
                  <a:pt x="487237" y="25780"/>
                  <a:pt x="487237" y="25788"/>
                </a:cubicBezTo>
                <a:close/>
                <a:moveTo>
                  <a:pt x="705466" y="25788"/>
                </a:moveTo>
                <a:cubicBezTo>
                  <a:pt x="705466" y="40086"/>
                  <a:pt x="693867" y="51676"/>
                  <a:pt x="679559" y="51676"/>
                </a:cubicBezTo>
                <a:cubicBezTo>
                  <a:pt x="665250" y="51676"/>
                  <a:pt x="653652" y="40086"/>
                  <a:pt x="653652" y="25788"/>
                </a:cubicBezTo>
                <a:cubicBezTo>
                  <a:pt x="653652" y="11490"/>
                  <a:pt x="665250" y="-101"/>
                  <a:pt x="679559" y="-101"/>
                </a:cubicBezTo>
                <a:cubicBezTo>
                  <a:pt x="693861" y="-108"/>
                  <a:pt x="705458" y="11473"/>
                  <a:pt x="705466" y="25763"/>
                </a:cubicBezTo>
                <a:cubicBezTo>
                  <a:pt x="705466" y="25772"/>
                  <a:pt x="705466" y="25780"/>
                  <a:pt x="705466" y="25788"/>
                </a:cubicBezTo>
                <a:close/>
                <a:moveTo>
                  <a:pt x="923695" y="25788"/>
                </a:moveTo>
                <a:cubicBezTo>
                  <a:pt x="923695" y="40086"/>
                  <a:pt x="912096" y="51676"/>
                  <a:pt x="897788" y="51676"/>
                </a:cubicBezTo>
                <a:cubicBezTo>
                  <a:pt x="883481" y="51676"/>
                  <a:pt x="871881" y="40086"/>
                  <a:pt x="871881" y="25788"/>
                </a:cubicBezTo>
                <a:cubicBezTo>
                  <a:pt x="871881" y="11490"/>
                  <a:pt x="883481" y="-101"/>
                  <a:pt x="897788" y="-101"/>
                </a:cubicBezTo>
                <a:cubicBezTo>
                  <a:pt x="912090" y="-108"/>
                  <a:pt x="923688" y="11473"/>
                  <a:pt x="923695" y="25763"/>
                </a:cubicBezTo>
                <a:cubicBezTo>
                  <a:pt x="923695" y="25772"/>
                  <a:pt x="923695" y="25780"/>
                  <a:pt x="923695" y="25788"/>
                </a:cubicBezTo>
                <a:close/>
                <a:moveTo>
                  <a:pt x="1141923" y="25788"/>
                </a:moveTo>
                <a:cubicBezTo>
                  <a:pt x="1141923" y="40086"/>
                  <a:pt x="1130324" y="51676"/>
                  <a:pt x="1116016" y="51676"/>
                </a:cubicBezTo>
                <a:cubicBezTo>
                  <a:pt x="1101708" y="51676"/>
                  <a:pt x="1090109" y="40086"/>
                  <a:pt x="1090109" y="25788"/>
                </a:cubicBezTo>
                <a:cubicBezTo>
                  <a:pt x="1090109" y="11490"/>
                  <a:pt x="1101708" y="-101"/>
                  <a:pt x="1116016" y="-101"/>
                </a:cubicBezTo>
                <a:cubicBezTo>
                  <a:pt x="1130316" y="-84"/>
                  <a:pt x="1141907" y="11497"/>
                  <a:pt x="1141923" y="25788"/>
                </a:cubicBezTo>
                <a:close/>
                <a:moveTo>
                  <a:pt x="50838" y="193692"/>
                </a:moveTo>
                <a:cubicBezTo>
                  <a:pt x="50838" y="207990"/>
                  <a:pt x="39239" y="219580"/>
                  <a:pt x="24931" y="219580"/>
                </a:cubicBezTo>
                <a:cubicBezTo>
                  <a:pt x="10623" y="219580"/>
                  <a:pt x="-976" y="207990"/>
                  <a:pt x="-976" y="193692"/>
                </a:cubicBezTo>
                <a:cubicBezTo>
                  <a:pt x="-976" y="179394"/>
                  <a:pt x="10623" y="167803"/>
                  <a:pt x="24931" y="167803"/>
                </a:cubicBezTo>
                <a:cubicBezTo>
                  <a:pt x="39233" y="167796"/>
                  <a:pt x="50831" y="179377"/>
                  <a:pt x="50838" y="193668"/>
                </a:cubicBezTo>
                <a:cubicBezTo>
                  <a:pt x="50838" y="193676"/>
                  <a:pt x="50838" y="193684"/>
                  <a:pt x="50838" y="193692"/>
                </a:cubicBezTo>
                <a:close/>
                <a:moveTo>
                  <a:pt x="269068" y="193692"/>
                </a:moveTo>
                <a:cubicBezTo>
                  <a:pt x="269068" y="207990"/>
                  <a:pt x="257469" y="219580"/>
                  <a:pt x="243160" y="219580"/>
                </a:cubicBezTo>
                <a:cubicBezTo>
                  <a:pt x="228853" y="219580"/>
                  <a:pt x="217253" y="207990"/>
                  <a:pt x="217253" y="193692"/>
                </a:cubicBezTo>
                <a:cubicBezTo>
                  <a:pt x="217253" y="179394"/>
                  <a:pt x="228853" y="167803"/>
                  <a:pt x="243160" y="167803"/>
                </a:cubicBezTo>
                <a:cubicBezTo>
                  <a:pt x="257461" y="167820"/>
                  <a:pt x="269051" y="179401"/>
                  <a:pt x="269068" y="193692"/>
                </a:cubicBezTo>
                <a:close/>
                <a:moveTo>
                  <a:pt x="487237" y="193692"/>
                </a:moveTo>
                <a:cubicBezTo>
                  <a:pt x="487237" y="207990"/>
                  <a:pt x="475637" y="219580"/>
                  <a:pt x="461329" y="219580"/>
                </a:cubicBezTo>
                <a:cubicBezTo>
                  <a:pt x="447021" y="219580"/>
                  <a:pt x="435422" y="207990"/>
                  <a:pt x="435422" y="193692"/>
                </a:cubicBezTo>
                <a:cubicBezTo>
                  <a:pt x="435422" y="179394"/>
                  <a:pt x="447021" y="167803"/>
                  <a:pt x="461329" y="167803"/>
                </a:cubicBezTo>
                <a:cubicBezTo>
                  <a:pt x="475631" y="167796"/>
                  <a:pt x="487229" y="179377"/>
                  <a:pt x="487237" y="193668"/>
                </a:cubicBezTo>
                <a:cubicBezTo>
                  <a:pt x="487237" y="193676"/>
                  <a:pt x="487237" y="193684"/>
                  <a:pt x="487237" y="193692"/>
                </a:cubicBezTo>
                <a:close/>
                <a:moveTo>
                  <a:pt x="705466" y="193692"/>
                </a:moveTo>
                <a:cubicBezTo>
                  <a:pt x="705466" y="207990"/>
                  <a:pt x="693867" y="219580"/>
                  <a:pt x="679559" y="219580"/>
                </a:cubicBezTo>
                <a:cubicBezTo>
                  <a:pt x="665250" y="219580"/>
                  <a:pt x="653652" y="207990"/>
                  <a:pt x="653652" y="193692"/>
                </a:cubicBezTo>
                <a:cubicBezTo>
                  <a:pt x="653652" y="179394"/>
                  <a:pt x="665250" y="167803"/>
                  <a:pt x="679559" y="167803"/>
                </a:cubicBezTo>
                <a:cubicBezTo>
                  <a:pt x="693861" y="167796"/>
                  <a:pt x="705458" y="179377"/>
                  <a:pt x="705466" y="193668"/>
                </a:cubicBezTo>
                <a:cubicBezTo>
                  <a:pt x="705466" y="193676"/>
                  <a:pt x="705466" y="193684"/>
                  <a:pt x="705466" y="193692"/>
                </a:cubicBezTo>
                <a:close/>
                <a:moveTo>
                  <a:pt x="923695" y="193692"/>
                </a:moveTo>
                <a:cubicBezTo>
                  <a:pt x="923695" y="207990"/>
                  <a:pt x="912096" y="219580"/>
                  <a:pt x="897788" y="219580"/>
                </a:cubicBezTo>
                <a:cubicBezTo>
                  <a:pt x="883481" y="219580"/>
                  <a:pt x="871881" y="207990"/>
                  <a:pt x="871881" y="193692"/>
                </a:cubicBezTo>
                <a:cubicBezTo>
                  <a:pt x="871881" y="179394"/>
                  <a:pt x="883481" y="167803"/>
                  <a:pt x="897788" y="167803"/>
                </a:cubicBezTo>
                <a:cubicBezTo>
                  <a:pt x="912090" y="167796"/>
                  <a:pt x="923688" y="179377"/>
                  <a:pt x="923695" y="193668"/>
                </a:cubicBezTo>
                <a:cubicBezTo>
                  <a:pt x="923695" y="193676"/>
                  <a:pt x="923695" y="193684"/>
                  <a:pt x="923695" y="193692"/>
                </a:cubicBezTo>
                <a:close/>
                <a:moveTo>
                  <a:pt x="1141923" y="193692"/>
                </a:moveTo>
                <a:cubicBezTo>
                  <a:pt x="1141923" y="207990"/>
                  <a:pt x="1130324" y="219580"/>
                  <a:pt x="1116016" y="219580"/>
                </a:cubicBezTo>
                <a:cubicBezTo>
                  <a:pt x="1101708" y="219580"/>
                  <a:pt x="1090109" y="207990"/>
                  <a:pt x="1090109" y="193692"/>
                </a:cubicBezTo>
                <a:cubicBezTo>
                  <a:pt x="1090109" y="179394"/>
                  <a:pt x="1101708" y="167803"/>
                  <a:pt x="1116016" y="167803"/>
                </a:cubicBezTo>
                <a:cubicBezTo>
                  <a:pt x="1130316" y="167820"/>
                  <a:pt x="1141907" y="179401"/>
                  <a:pt x="1141923" y="193692"/>
                </a:cubicBezTo>
                <a:close/>
                <a:moveTo>
                  <a:pt x="50838" y="361596"/>
                </a:moveTo>
                <a:cubicBezTo>
                  <a:pt x="50838" y="375894"/>
                  <a:pt x="39239" y="387485"/>
                  <a:pt x="24931" y="387485"/>
                </a:cubicBezTo>
                <a:cubicBezTo>
                  <a:pt x="10623" y="387485"/>
                  <a:pt x="-976" y="375894"/>
                  <a:pt x="-976" y="361596"/>
                </a:cubicBezTo>
                <a:cubicBezTo>
                  <a:pt x="-976" y="347298"/>
                  <a:pt x="10623" y="335707"/>
                  <a:pt x="24931" y="335707"/>
                </a:cubicBezTo>
                <a:cubicBezTo>
                  <a:pt x="39233" y="335700"/>
                  <a:pt x="50831" y="347280"/>
                  <a:pt x="50838" y="361571"/>
                </a:cubicBezTo>
                <a:cubicBezTo>
                  <a:pt x="50838" y="361579"/>
                  <a:pt x="50838" y="361588"/>
                  <a:pt x="50838" y="361596"/>
                </a:cubicBezTo>
                <a:close/>
                <a:moveTo>
                  <a:pt x="269068" y="361596"/>
                </a:moveTo>
                <a:cubicBezTo>
                  <a:pt x="269068" y="375894"/>
                  <a:pt x="257469" y="387485"/>
                  <a:pt x="243160" y="387485"/>
                </a:cubicBezTo>
                <a:cubicBezTo>
                  <a:pt x="228853" y="387485"/>
                  <a:pt x="217253" y="375894"/>
                  <a:pt x="217253" y="361596"/>
                </a:cubicBezTo>
                <a:cubicBezTo>
                  <a:pt x="217253" y="347298"/>
                  <a:pt x="228853" y="335707"/>
                  <a:pt x="243160" y="335707"/>
                </a:cubicBezTo>
                <a:cubicBezTo>
                  <a:pt x="257461" y="335724"/>
                  <a:pt x="269051" y="347305"/>
                  <a:pt x="269068" y="361596"/>
                </a:cubicBezTo>
                <a:close/>
                <a:moveTo>
                  <a:pt x="487237" y="361596"/>
                </a:moveTo>
                <a:cubicBezTo>
                  <a:pt x="487237" y="375894"/>
                  <a:pt x="475637" y="387485"/>
                  <a:pt x="461329" y="387485"/>
                </a:cubicBezTo>
                <a:cubicBezTo>
                  <a:pt x="447021" y="387485"/>
                  <a:pt x="435422" y="375894"/>
                  <a:pt x="435422" y="361596"/>
                </a:cubicBezTo>
                <a:cubicBezTo>
                  <a:pt x="435422" y="347298"/>
                  <a:pt x="447021" y="335707"/>
                  <a:pt x="461329" y="335707"/>
                </a:cubicBezTo>
                <a:cubicBezTo>
                  <a:pt x="475631" y="335700"/>
                  <a:pt x="487229" y="347280"/>
                  <a:pt x="487237" y="361571"/>
                </a:cubicBezTo>
                <a:cubicBezTo>
                  <a:pt x="487237" y="361579"/>
                  <a:pt x="487237" y="361588"/>
                  <a:pt x="487237" y="361596"/>
                </a:cubicBezTo>
                <a:close/>
                <a:moveTo>
                  <a:pt x="705466" y="361596"/>
                </a:moveTo>
                <a:cubicBezTo>
                  <a:pt x="705466" y="375894"/>
                  <a:pt x="693867" y="387485"/>
                  <a:pt x="679559" y="387485"/>
                </a:cubicBezTo>
                <a:cubicBezTo>
                  <a:pt x="665250" y="387485"/>
                  <a:pt x="653652" y="375894"/>
                  <a:pt x="653652" y="361596"/>
                </a:cubicBezTo>
                <a:cubicBezTo>
                  <a:pt x="653652" y="347298"/>
                  <a:pt x="665250" y="335707"/>
                  <a:pt x="679559" y="335707"/>
                </a:cubicBezTo>
                <a:cubicBezTo>
                  <a:pt x="693861" y="335700"/>
                  <a:pt x="705458" y="347280"/>
                  <a:pt x="705466" y="361571"/>
                </a:cubicBezTo>
                <a:cubicBezTo>
                  <a:pt x="705466" y="361579"/>
                  <a:pt x="705466" y="361588"/>
                  <a:pt x="705466" y="361596"/>
                </a:cubicBezTo>
                <a:close/>
                <a:moveTo>
                  <a:pt x="923695" y="361596"/>
                </a:moveTo>
                <a:cubicBezTo>
                  <a:pt x="923695" y="375894"/>
                  <a:pt x="912096" y="387485"/>
                  <a:pt x="897788" y="387485"/>
                </a:cubicBezTo>
                <a:cubicBezTo>
                  <a:pt x="883481" y="387485"/>
                  <a:pt x="871881" y="375894"/>
                  <a:pt x="871881" y="361596"/>
                </a:cubicBezTo>
                <a:cubicBezTo>
                  <a:pt x="871881" y="347298"/>
                  <a:pt x="883481" y="335707"/>
                  <a:pt x="897788" y="335707"/>
                </a:cubicBezTo>
                <a:cubicBezTo>
                  <a:pt x="912090" y="335700"/>
                  <a:pt x="923688" y="347280"/>
                  <a:pt x="923695" y="361571"/>
                </a:cubicBezTo>
                <a:cubicBezTo>
                  <a:pt x="923695" y="361579"/>
                  <a:pt x="923695" y="361588"/>
                  <a:pt x="923695" y="361596"/>
                </a:cubicBezTo>
                <a:close/>
                <a:moveTo>
                  <a:pt x="1141923" y="361596"/>
                </a:moveTo>
                <a:cubicBezTo>
                  <a:pt x="1141923" y="375894"/>
                  <a:pt x="1130324" y="387485"/>
                  <a:pt x="1116016" y="387485"/>
                </a:cubicBezTo>
                <a:cubicBezTo>
                  <a:pt x="1101708" y="387485"/>
                  <a:pt x="1090109" y="375894"/>
                  <a:pt x="1090109" y="361596"/>
                </a:cubicBezTo>
                <a:cubicBezTo>
                  <a:pt x="1090109" y="347298"/>
                  <a:pt x="1101708" y="335707"/>
                  <a:pt x="1116016" y="335707"/>
                </a:cubicBezTo>
                <a:cubicBezTo>
                  <a:pt x="1130316" y="335724"/>
                  <a:pt x="1141907" y="347305"/>
                  <a:pt x="1141923" y="361596"/>
                </a:cubicBezTo>
                <a:close/>
                <a:moveTo>
                  <a:pt x="50838" y="529500"/>
                </a:moveTo>
                <a:cubicBezTo>
                  <a:pt x="50838" y="543798"/>
                  <a:pt x="39239" y="555389"/>
                  <a:pt x="24931" y="555389"/>
                </a:cubicBezTo>
                <a:cubicBezTo>
                  <a:pt x="10623" y="555389"/>
                  <a:pt x="-976" y="543798"/>
                  <a:pt x="-976" y="529500"/>
                </a:cubicBezTo>
                <a:cubicBezTo>
                  <a:pt x="-976" y="515202"/>
                  <a:pt x="10623" y="503612"/>
                  <a:pt x="24931" y="503612"/>
                </a:cubicBezTo>
                <a:cubicBezTo>
                  <a:pt x="39233" y="503605"/>
                  <a:pt x="50831" y="515184"/>
                  <a:pt x="50838" y="529475"/>
                </a:cubicBezTo>
                <a:cubicBezTo>
                  <a:pt x="50838" y="529484"/>
                  <a:pt x="50838" y="529492"/>
                  <a:pt x="50838" y="529500"/>
                </a:cubicBezTo>
                <a:close/>
                <a:moveTo>
                  <a:pt x="269068" y="529500"/>
                </a:moveTo>
                <a:cubicBezTo>
                  <a:pt x="269068" y="543798"/>
                  <a:pt x="257469" y="555389"/>
                  <a:pt x="243160" y="555389"/>
                </a:cubicBezTo>
                <a:cubicBezTo>
                  <a:pt x="228853" y="555389"/>
                  <a:pt x="217253" y="543798"/>
                  <a:pt x="217253" y="529500"/>
                </a:cubicBezTo>
                <a:cubicBezTo>
                  <a:pt x="217253" y="515202"/>
                  <a:pt x="228853" y="503612"/>
                  <a:pt x="243160" y="503612"/>
                </a:cubicBezTo>
                <a:cubicBezTo>
                  <a:pt x="257461" y="503629"/>
                  <a:pt x="269051" y="515209"/>
                  <a:pt x="269068" y="529500"/>
                </a:cubicBezTo>
                <a:close/>
                <a:moveTo>
                  <a:pt x="487237" y="529500"/>
                </a:moveTo>
                <a:cubicBezTo>
                  <a:pt x="487237" y="543798"/>
                  <a:pt x="475637" y="555389"/>
                  <a:pt x="461329" y="555389"/>
                </a:cubicBezTo>
                <a:cubicBezTo>
                  <a:pt x="447021" y="555389"/>
                  <a:pt x="435422" y="543798"/>
                  <a:pt x="435422" y="529500"/>
                </a:cubicBezTo>
                <a:cubicBezTo>
                  <a:pt x="435422" y="515202"/>
                  <a:pt x="447021" y="503612"/>
                  <a:pt x="461329" y="503612"/>
                </a:cubicBezTo>
                <a:cubicBezTo>
                  <a:pt x="475631" y="503605"/>
                  <a:pt x="487229" y="515184"/>
                  <a:pt x="487237" y="529475"/>
                </a:cubicBezTo>
                <a:cubicBezTo>
                  <a:pt x="487237" y="529484"/>
                  <a:pt x="487237" y="529492"/>
                  <a:pt x="487237" y="529500"/>
                </a:cubicBezTo>
                <a:close/>
                <a:moveTo>
                  <a:pt x="705466" y="529500"/>
                </a:moveTo>
                <a:cubicBezTo>
                  <a:pt x="705466" y="543798"/>
                  <a:pt x="693867" y="555389"/>
                  <a:pt x="679559" y="555389"/>
                </a:cubicBezTo>
                <a:cubicBezTo>
                  <a:pt x="665250" y="555389"/>
                  <a:pt x="653652" y="543798"/>
                  <a:pt x="653652" y="529500"/>
                </a:cubicBezTo>
                <a:cubicBezTo>
                  <a:pt x="653652" y="515202"/>
                  <a:pt x="665250" y="503612"/>
                  <a:pt x="679559" y="503612"/>
                </a:cubicBezTo>
                <a:cubicBezTo>
                  <a:pt x="693861" y="503605"/>
                  <a:pt x="705458" y="515184"/>
                  <a:pt x="705466" y="529475"/>
                </a:cubicBezTo>
                <a:cubicBezTo>
                  <a:pt x="705466" y="529484"/>
                  <a:pt x="705466" y="529492"/>
                  <a:pt x="705466" y="529500"/>
                </a:cubicBezTo>
                <a:close/>
                <a:moveTo>
                  <a:pt x="923695" y="529500"/>
                </a:moveTo>
                <a:cubicBezTo>
                  <a:pt x="923695" y="543798"/>
                  <a:pt x="912096" y="555389"/>
                  <a:pt x="897788" y="555389"/>
                </a:cubicBezTo>
                <a:cubicBezTo>
                  <a:pt x="883481" y="555389"/>
                  <a:pt x="871881" y="543798"/>
                  <a:pt x="871881" y="529500"/>
                </a:cubicBezTo>
                <a:cubicBezTo>
                  <a:pt x="871881" y="515202"/>
                  <a:pt x="883481" y="503612"/>
                  <a:pt x="897788" y="503612"/>
                </a:cubicBezTo>
                <a:cubicBezTo>
                  <a:pt x="912090" y="503605"/>
                  <a:pt x="923688" y="515184"/>
                  <a:pt x="923695" y="529475"/>
                </a:cubicBezTo>
                <a:cubicBezTo>
                  <a:pt x="923695" y="529484"/>
                  <a:pt x="923695" y="529492"/>
                  <a:pt x="923695" y="529500"/>
                </a:cubicBezTo>
                <a:close/>
                <a:moveTo>
                  <a:pt x="1141923" y="529500"/>
                </a:moveTo>
                <a:cubicBezTo>
                  <a:pt x="1141923" y="543798"/>
                  <a:pt x="1130324" y="555389"/>
                  <a:pt x="1116016" y="555389"/>
                </a:cubicBezTo>
                <a:cubicBezTo>
                  <a:pt x="1101708" y="555389"/>
                  <a:pt x="1090109" y="543798"/>
                  <a:pt x="1090109" y="529500"/>
                </a:cubicBezTo>
                <a:cubicBezTo>
                  <a:pt x="1090109" y="515202"/>
                  <a:pt x="1101708" y="503612"/>
                  <a:pt x="1116016" y="503612"/>
                </a:cubicBezTo>
                <a:cubicBezTo>
                  <a:pt x="1130316" y="503629"/>
                  <a:pt x="1141907" y="515209"/>
                  <a:pt x="1141923" y="529500"/>
                </a:cubicBezTo>
                <a:close/>
                <a:moveTo>
                  <a:pt x="50838" y="697404"/>
                </a:moveTo>
                <a:cubicBezTo>
                  <a:pt x="50838" y="711702"/>
                  <a:pt x="39239" y="723293"/>
                  <a:pt x="24931" y="723293"/>
                </a:cubicBezTo>
                <a:cubicBezTo>
                  <a:pt x="10623" y="723293"/>
                  <a:pt x="-976" y="711702"/>
                  <a:pt x="-976" y="697404"/>
                </a:cubicBezTo>
                <a:cubicBezTo>
                  <a:pt x="-976" y="683106"/>
                  <a:pt x="10623" y="671516"/>
                  <a:pt x="24931" y="671516"/>
                </a:cubicBezTo>
                <a:cubicBezTo>
                  <a:pt x="39233" y="671509"/>
                  <a:pt x="50831" y="683088"/>
                  <a:pt x="50838" y="697379"/>
                </a:cubicBezTo>
                <a:cubicBezTo>
                  <a:pt x="50838" y="697387"/>
                  <a:pt x="50838" y="697395"/>
                  <a:pt x="50838" y="697404"/>
                </a:cubicBezTo>
                <a:close/>
                <a:moveTo>
                  <a:pt x="269068" y="697404"/>
                </a:moveTo>
                <a:cubicBezTo>
                  <a:pt x="269068" y="711702"/>
                  <a:pt x="257469" y="723293"/>
                  <a:pt x="243160" y="723293"/>
                </a:cubicBezTo>
                <a:cubicBezTo>
                  <a:pt x="228853" y="723293"/>
                  <a:pt x="217253" y="711702"/>
                  <a:pt x="217253" y="697404"/>
                </a:cubicBezTo>
                <a:cubicBezTo>
                  <a:pt x="217253" y="683106"/>
                  <a:pt x="228853" y="671516"/>
                  <a:pt x="243160" y="671516"/>
                </a:cubicBezTo>
                <a:cubicBezTo>
                  <a:pt x="257461" y="671532"/>
                  <a:pt x="269051" y="683113"/>
                  <a:pt x="269068" y="697404"/>
                </a:cubicBezTo>
                <a:close/>
                <a:moveTo>
                  <a:pt x="487237" y="697404"/>
                </a:moveTo>
                <a:cubicBezTo>
                  <a:pt x="487237" y="711702"/>
                  <a:pt x="475637" y="723293"/>
                  <a:pt x="461329" y="723293"/>
                </a:cubicBezTo>
                <a:cubicBezTo>
                  <a:pt x="447021" y="723293"/>
                  <a:pt x="435422" y="711702"/>
                  <a:pt x="435422" y="697404"/>
                </a:cubicBezTo>
                <a:cubicBezTo>
                  <a:pt x="435422" y="683106"/>
                  <a:pt x="447021" y="671516"/>
                  <a:pt x="461329" y="671516"/>
                </a:cubicBezTo>
                <a:cubicBezTo>
                  <a:pt x="475631" y="671509"/>
                  <a:pt x="487229" y="683088"/>
                  <a:pt x="487237" y="697379"/>
                </a:cubicBezTo>
                <a:cubicBezTo>
                  <a:pt x="487237" y="697387"/>
                  <a:pt x="487237" y="697395"/>
                  <a:pt x="487237" y="697404"/>
                </a:cubicBezTo>
                <a:close/>
                <a:moveTo>
                  <a:pt x="705466" y="697404"/>
                </a:moveTo>
                <a:cubicBezTo>
                  <a:pt x="705466" y="711702"/>
                  <a:pt x="693867" y="723293"/>
                  <a:pt x="679559" y="723293"/>
                </a:cubicBezTo>
                <a:cubicBezTo>
                  <a:pt x="665250" y="723293"/>
                  <a:pt x="653652" y="711702"/>
                  <a:pt x="653652" y="697404"/>
                </a:cubicBezTo>
                <a:cubicBezTo>
                  <a:pt x="653652" y="683106"/>
                  <a:pt x="665250" y="671516"/>
                  <a:pt x="679559" y="671516"/>
                </a:cubicBezTo>
                <a:cubicBezTo>
                  <a:pt x="693861" y="671509"/>
                  <a:pt x="705458" y="683088"/>
                  <a:pt x="705466" y="697379"/>
                </a:cubicBezTo>
                <a:cubicBezTo>
                  <a:pt x="705466" y="697387"/>
                  <a:pt x="705466" y="697395"/>
                  <a:pt x="705466" y="697404"/>
                </a:cubicBezTo>
                <a:close/>
                <a:moveTo>
                  <a:pt x="923695" y="697404"/>
                </a:moveTo>
                <a:cubicBezTo>
                  <a:pt x="923695" y="711702"/>
                  <a:pt x="912096" y="723293"/>
                  <a:pt x="897788" y="723293"/>
                </a:cubicBezTo>
                <a:cubicBezTo>
                  <a:pt x="883481" y="723293"/>
                  <a:pt x="871881" y="711702"/>
                  <a:pt x="871881" y="697404"/>
                </a:cubicBezTo>
                <a:cubicBezTo>
                  <a:pt x="871881" y="683106"/>
                  <a:pt x="883481" y="671516"/>
                  <a:pt x="897788" y="671516"/>
                </a:cubicBezTo>
                <a:cubicBezTo>
                  <a:pt x="912090" y="671509"/>
                  <a:pt x="923688" y="683088"/>
                  <a:pt x="923695" y="697379"/>
                </a:cubicBezTo>
                <a:cubicBezTo>
                  <a:pt x="923695" y="697387"/>
                  <a:pt x="923695" y="697395"/>
                  <a:pt x="923695" y="697404"/>
                </a:cubicBezTo>
                <a:close/>
                <a:moveTo>
                  <a:pt x="1141923" y="697404"/>
                </a:moveTo>
                <a:cubicBezTo>
                  <a:pt x="1141923" y="711702"/>
                  <a:pt x="1130324" y="723293"/>
                  <a:pt x="1116016" y="723293"/>
                </a:cubicBezTo>
                <a:cubicBezTo>
                  <a:pt x="1101708" y="723293"/>
                  <a:pt x="1090109" y="711702"/>
                  <a:pt x="1090109" y="697404"/>
                </a:cubicBezTo>
                <a:cubicBezTo>
                  <a:pt x="1090109" y="683106"/>
                  <a:pt x="1101708" y="671516"/>
                  <a:pt x="1116016" y="671516"/>
                </a:cubicBezTo>
                <a:cubicBezTo>
                  <a:pt x="1130316" y="671532"/>
                  <a:pt x="1141907" y="683113"/>
                  <a:pt x="1141923" y="697404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Text 3"/>
          <p:cNvSpPr/>
          <p:nvPr/>
        </p:nvSpPr>
        <p:spPr>
          <a:xfrm>
            <a:off x="10209195" y="4015704"/>
            <a:ext cx="1141923" cy="72329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68375" y="3653155"/>
            <a:ext cx="1324610" cy="650240"/>
          </a:xfrm>
          <a:custGeom>
            <a:avLst/>
            <a:gdLst/>
            <a:ahLst/>
            <a:cxnLst/>
            <a:rect l="l" t="t" r="r" b="b"/>
            <a:pathLst>
              <a:path w="1324610" h="650240">
                <a:moveTo>
                  <a:pt x="58972" y="23183"/>
                </a:moveTo>
                <a:cubicBezTo>
                  <a:pt x="58972" y="36037"/>
                  <a:pt x="45517" y="46457"/>
                  <a:pt x="28920" y="46457"/>
                </a:cubicBezTo>
                <a:cubicBezTo>
                  <a:pt x="12323" y="46457"/>
                  <a:pt x="-1132" y="36037"/>
                  <a:pt x="-1132" y="23183"/>
                </a:cubicBezTo>
                <a:cubicBezTo>
                  <a:pt x="-1132" y="10329"/>
                  <a:pt x="12323" y="-91"/>
                  <a:pt x="28920" y="-91"/>
                </a:cubicBezTo>
                <a:cubicBezTo>
                  <a:pt x="45510" y="-97"/>
                  <a:pt x="58963" y="10314"/>
                  <a:pt x="58972" y="23161"/>
                </a:cubicBezTo>
                <a:cubicBezTo>
                  <a:pt x="58972" y="23169"/>
                  <a:pt x="58972" y="23176"/>
                  <a:pt x="58972" y="23183"/>
                </a:cubicBezTo>
                <a:close/>
                <a:moveTo>
                  <a:pt x="312113" y="23183"/>
                </a:moveTo>
                <a:cubicBezTo>
                  <a:pt x="312113" y="36037"/>
                  <a:pt x="298659" y="46457"/>
                  <a:pt x="282062" y="46457"/>
                </a:cubicBezTo>
                <a:cubicBezTo>
                  <a:pt x="265466" y="46457"/>
                  <a:pt x="252010" y="36037"/>
                  <a:pt x="252010" y="23183"/>
                </a:cubicBezTo>
                <a:cubicBezTo>
                  <a:pt x="252010" y="10329"/>
                  <a:pt x="265466" y="-91"/>
                  <a:pt x="282062" y="-91"/>
                </a:cubicBezTo>
                <a:cubicBezTo>
                  <a:pt x="298650" y="-76"/>
                  <a:pt x="312095" y="10335"/>
                  <a:pt x="312113" y="23183"/>
                </a:cubicBezTo>
                <a:close/>
                <a:moveTo>
                  <a:pt x="565186" y="23183"/>
                </a:moveTo>
                <a:cubicBezTo>
                  <a:pt x="565186" y="36037"/>
                  <a:pt x="551730" y="46457"/>
                  <a:pt x="535134" y="46457"/>
                </a:cubicBezTo>
                <a:cubicBezTo>
                  <a:pt x="518537" y="46457"/>
                  <a:pt x="505082" y="36037"/>
                  <a:pt x="505082" y="23183"/>
                </a:cubicBezTo>
                <a:cubicBezTo>
                  <a:pt x="505082" y="10329"/>
                  <a:pt x="518537" y="-91"/>
                  <a:pt x="535134" y="-91"/>
                </a:cubicBezTo>
                <a:cubicBezTo>
                  <a:pt x="551723" y="-97"/>
                  <a:pt x="565176" y="10314"/>
                  <a:pt x="565186" y="23161"/>
                </a:cubicBezTo>
                <a:cubicBezTo>
                  <a:pt x="565186" y="23169"/>
                  <a:pt x="565186" y="23176"/>
                  <a:pt x="565186" y="23183"/>
                </a:cubicBezTo>
                <a:close/>
                <a:moveTo>
                  <a:pt x="818327" y="23183"/>
                </a:moveTo>
                <a:cubicBezTo>
                  <a:pt x="818327" y="36037"/>
                  <a:pt x="804873" y="46457"/>
                  <a:pt x="788276" y="46457"/>
                </a:cubicBezTo>
                <a:cubicBezTo>
                  <a:pt x="771678" y="46457"/>
                  <a:pt x="758224" y="36037"/>
                  <a:pt x="758224" y="23183"/>
                </a:cubicBezTo>
                <a:cubicBezTo>
                  <a:pt x="758224" y="10329"/>
                  <a:pt x="771678" y="-91"/>
                  <a:pt x="788276" y="-91"/>
                </a:cubicBezTo>
                <a:cubicBezTo>
                  <a:pt x="804866" y="-97"/>
                  <a:pt x="818318" y="10314"/>
                  <a:pt x="818327" y="23161"/>
                </a:cubicBezTo>
                <a:cubicBezTo>
                  <a:pt x="818327" y="23169"/>
                  <a:pt x="818327" y="23176"/>
                  <a:pt x="818327" y="23183"/>
                </a:cubicBezTo>
                <a:close/>
                <a:moveTo>
                  <a:pt x="1071469" y="23183"/>
                </a:moveTo>
                <a:cubicBezTo>
                  <a:pt x="1071469" y="36037"/>
                  <a:pt x="1058015" y="46457"/>
                  <a:pt x="1041418" y="46457"/>
                </a:cubicBezTo>
                <a:cubicBezTo>
                  <a:pt x="1024821" y="46457"/>
                  <a:pt x="1011366" y="36037"/>
                  <a:pt x="1011366" y="23183"/>
                </a:cubicBezTo>
                <a:cubicBezTo>
                  <a:pt x="1011366" y="10329"/>
                  <a:pt x="1024821" y="-91"/>
                  <a:pt x="1041418" y="-91"/>
                </a:cubicBezTo>
                <a:cubicBezTo>
                  <a:pt x="1058008" y="-97"/>
                  <a:pt x="1071461" y="10314"/>
                  <a:pt x="1071469" y="23161"/>
                </a:cubicBezTo>
                <a:cubicBezTo>
                  <a:pt x="1071469" y="23169"/>
                  <a:pt x="1071469" y="23176"/>
                  <a:pt x="1071469" y="23183"/>
                </a:cubicBezTo>
                <a:close/>
                <a:moveTo>
                  <a:pt x="1324610" y="23183"/>
                </a:moveTo>
                <a:cubicBezTo>
                  <a:pt x="1324610" y="36037"/>
                  <a:pt x="1311155" y="46457"/>
                  <a:pt x="1294558" y="46457"/>
                </a:cubicBezTo>
                <a:cubicBezTo>
                  <a:pt x="1277961" y="46457"/>
                  <a:pt x="1264506" y="36037"/>
                  <a:pt x="1264506" y="23183"/>
                </a:cubicBezTo>
                <a:cubicBezTo>
                  <a:pt x="1264506" y="10329"/>
                  <a:pt x="1277961" y="-91"/>
                  <a:pt x="1294558" y="-91"/>
                </a:cubicBezTo>
                <a:cubicBezTo>
                  <a:pt x="1311146" y="-76"/>
                  <a:pt x="1324591" y="10335"/>
                  <a:pt x="1324610" y="23183"/>
                </a:cubicBezTo>
                <a:close/>
                <a:moveTo>
                  <a:pt x="58972" y="174129"/>
                </a:moveTo>
                <a:cubicBezTo>
                  <a:pt x="58972" y="186983"/>
                  <a:pt x="45517" y="197403"/>
                  <a:pt x="28920" y="197403"/>
                </a:cubicBezTo>
                <a:cubicBezTo>
                  <a:pt x="12323" y="197403"/>
                  <a:pt x="-1132" y="186983"/>
                  <a:pt x="-1132" y="174129"/>
                </a:cubicBezTo>
                <a:cubicBezTo>
                  <a:pt x="-1132" y="161275"/>
                  <a:pt x="12323" y="150855"/>
                  <a:pt x="28920" y="150855"/>
                </a:cubicBezTo>
                <a:cubicBezTo>
                  <a:pt x="45510" y="150849"/>
                  <a:pt x="58963" y="161260"/>
                  <a:pt x="58972" y="174107"/>
                </a:cubicBezTo>
                <a:cubicBezTo>
                  <a:pt x="58972" y="174114"/>
                  <a:pt x="58972" y="174122"/>
                  <a:pt x="58972" y="174129"/>
                </a:cubicBezTo>
                <a:close/>
                <a:moveTo>
                  <a:pt x="312113" y="174129"/>
                </a:moveTo>
                <a:cubicBezTo>
                  <a:pt x="312113" y="186983"/>
                  <a:pt x="298659" y="197403"/>
                  <a:pt x="282062" y="197403"/>
                </a:cubicBezTo>
                <a:cubicBezTo>
                  <a:pt x="265466" y="197403"/>
                  <a:pt x="252010" y="186983"/>
                  <a:pt x="252010" y="174129"/>
                </a:cubicBezTo>
                <a:cubicBezTo>
                  <a:pt x="252010" y="161275"/>
                  <a:pt x="265466" y="150855"/>
                  <a:pt x="282062" y="150855"/>
                </a:cubicBezTo>
                <a:cubicBezTo>
                  <a:pt x="298650" y="150870"/>
                  <a:pt x="312095" y="161281"/>
                  <a:pt x="312113" y="174129"/>
                </a:cubicBezTo>
                <a:close/>
                <a:moveTo>
                  <a:pt x="565186" y="174129"/>
                </a:moveTo>
                <a:cubicBezTo>
                  <a:pt x="565186" y="186983"/>
                  <a:pt x="551730" y="197403"/>
                  <a:pt x="535134" y="197403"/>
                </a:cubicBezTo>
                <a:cubicBezTo>
                  <a:pt x="518537" y="197403"/>
                  <a:pt x="505082" y="186983"/>
                  <a:pt x="505082" y="174129"/>
                </a:cubicBezTo>
                <a:cubicBezTo>
                  <a:pt x="505082" y="161275"/>
                  <a:pt x="518537" y="150855"/>
                  <a:pt x="535134" y="150855"/>
                </a:cubicBezTo>
                <a:cubicBezTo>
                  <a:pt x="551723" y="150849"/>
                  <a:pt x="565176" y="161260"/>
                  <a:pt x="565186" y="174107"/>
                </a:cubicBezTo>
                <a:cubicBezTo>
                  <a:pt x="565186" y="174114"/>
                  <a:pt x="565186" y="174122"/>
                  <a:pt x="565186" y="174129"/>
                </a:cubicBezTo>
                <a:close/>
                <a:moveTo>
                  <a:pt x="818327" y="174129"/>
                </a:moveTo>
                <a:cubicBezTo>
                  <a:pt x="818327" y="186983"/>
                  <a:pt x="804873" y="197403"/>
                  <a:pt x="788276" y="197403"/>
                </a:cubicBezTo>
                <a:cubicBezTo>
                  <a:pt x="771678" y="197403"/>
                  <a:pt x="758224" y="186983"/>
                  <a:pt x="758224" y="174129"/>
                </a:cubicBezTo>
                <a:cubicBezTo>
                  <a:pt x="758224" y="161275"/>
                  <a:pt x="771678" y="150855"/>
                  <a:pt x="788276" y="150855"/>
                </a:cubicBezTo>
                <a:cubicBezTo>
                  <a:pt x="804866" y="150849"/>
                  <a:pt x="818318" y="161260"/>
                  <a:pt x="818327" y="174107"/>
                </a:cubicBezTo>
                <a:cubicBezTo>
                  <a:pt x="818327" y="174114"/>
                  <a:pt x="818327" y="174122"/>
                  <a:pt x="818327" y="174129"/>
                </a:cubicBezTo>
                <a:close/>
                <a:moveTo>
                  <a:pt x="1071469" y="174129"/>
                </a:moveTo>
                <a:cubicBezTo>
                  <a:pt x="1071469" y="186983"/>
                  <a:pt x="1058015" y="197403"/>
                  <a:pt x="1041418" y="197403"/>
                </a:cubicBezTo>
                <a:cubicBezTo>
                  <a:pt x="1024821" y="197403"/>
                  <a:pt x="1011366" y="186983"/>
                  <a:pt x="1011366" y="174129"/>
                </a:cubicBezTo>
                <a:cubicBezTo>
                  <a:pt x="1011366" y="161275"/>
                  <a:pt x="1024821" y="150855"/>
                  <a:pt x="1041418" y="150855"/>
                </a:cubicBezTo>
                <a:cubicBezTo>
                  <a:pt x="1058008" y="150849"/>
                  <a:pt x="1071461" y="161260"/>
                  <a:pt x="1071469" y="174107"/>
                </a:cubicBezTo>
                <a:cubicBezTo>
                  <a:pt x="1071469" y="174114"/>
                  <a:pt x="1071469" y="174122"/>
                  <a:pt x="1071469" y="174129"/>
                </a:cubicBezTo>
                <a:close/>
                <a:moveTo>
                  <a:pt x="1324610" y="174129"/>
                </a:moveTo>
                <a:cubicBezTo>
                  <a:pt x="1324610" y="186983"/>
                  <a:pt x="1311155" y="197403"/>
                  <a:pt x="1294558" y="197403"/>
                </a:cubicBezTo>
                <a:cubicBezTo>
                  <a:pt x="1277961" y="197403"/>
                  <a:pt x="1264506" y="186983"/>
                  <a:pt x="1264506" y="174129"/>
                </a:cubicBezTo>
                <a:cubicBezTo>
                  <a:pt x="1264506" y="161275"/>
                  <a:pt x="1277961" y="150855"/>
                  <a:pt x="1294558" y="150855"/>
                </a:cubicBezTo>
                <a:cubicBezTo>
                  <a:pt x="1311146" y="150870"/>
                  <a:pt x="1324591" y="161281"/>
                  <a:pt x="1324610" y="174129"/>
                </a:cubicBezTo>
                <a:close/>
                <a:moveTo>
                  <a:pt x="58972" y="325075"/>
                </a:moveTo>
                <a:cubicBezTo>
                  <a:pt x="58972" y="337928"/>
                  <a:pt x="45517" y="348348"/>
                  <a:pt x="28920" y="348348"/>
                </a:cubicBezTo>
                <a:cubicBezTo>
                  <a:pt x="12323" y="348348"/>
                  <a:pt x="-1132" y="337928"/>
                  <a:pt x="-1132" y="325075"/>
                </a:cubicBezTo>
                <a:cubicBezTo>
                  <a:pt x="-1132" y="312221"/>
                  <a:pt x="12323" y="301801"/>
                  <a:pt x="28920" y="301801"/>
                </a:cubicBezTo>
                <a:cubicBezTo>
                  <a:pt x="45510" y="301794"/>
                  <a:pt x="58963" y="312205"/>
                  <a:pt x="58972" y="325052"/>
                </a:cubicBezTo>
                <a:cubicBezTo>
                  <a:pt x="58972" y="325059"/>
                  <a:pt x="58972" y="325067"/>
                  <a:pt x="58972" y="325075"/>
                </a:cubicBezTo>
                <a:close/>
                <a:moveTo>
                  <a:pt x="312113" y="325075"/>
                </a:moveTo>
                <a:cubicBezTo>
                  <a:pt x="312113" y="337928"/>
                  <a:pt x="298659" y="348348"/>
                  <a:pt x="282062" y="348348"/>
                </a:cubicBezTo>
                <a:cubicBezTo>
                  <a:pt x="265466" y="348348"/>
                  <a:pt x="252010" y="337928"/>
                  <a:pt x="252010" y="325075"/>
                </a:cubicBezTo>
                <a:cubicBezTo>
                  <a:pt x="252010" y="312221"/>
                  <a:pt x="265466" y="301801"/>
                  <a:pt x="282062" y="301801"/>
                </a:cubicBezTo>
                <a:cubicBezTo>
                  <a:pt x="298650" y="301816"/>
                  <a:pt x="312095" y="312227"/>
                  <a:pt x="312113" y="325075"/>
                </a:cubicBezTo>
                <a:close/>
                <a:moveTo>
                  <a:pt x="565186" y="325075"/>
                </a:moveTo>
                <a:cubicBezTo>
                  <a:pt x="565186" y="337928"/>
                  <a:pt x="551730" y="348348"/>
                  <a:pt x="535134" y="348348"/>
                </a:cubicBezTo>
                <a:cubicBezTo>
                  <a:pt x="518537" y="348348"/>
                  <a:pt x="505082" y="337928"/>
                  <a:pt x="505082" y="325075"/>
                </a:cubicBezTo>
                <a:cubicBezTo>
                  <a:pt x="505082" y="312221"/>
                  <a:pt x="518537" y="301801"/>
                  <a:pt x="535134" y="301801"/>
                </a:cubicBezTo>
                <a:cubicBezTo>
                  <a:pt x="551723" y="301794"/>
                  <a:pt x="565176" y="312205"/>
                  <a:pt x="565186" y="325052"/>
                </a:cubicBezTo>
                <a:cubicBezTo>
                  <a:pt x="565186" y="325059"/>
                  <a:pt x="565186" y="325067"/>
                  <a:pt x="565186" y="325075"/>
                </a:cubicBezTo>
                <a:close/>
                <a:moveTo>
                  <a:pt x="818327" y="325075"/>
                </a:moveTo>
                <a:cubicBezTo>
                  <a:pt x="818327" y="337928"/>
                  <a:pt x="804873" y="348348"/>
                  <a:pt x="788276" y="348348"/>
                </a:cubicBezTo>
                <a:cubicBezTo>
                  <a:pt x="771678" y="348348"/>
                  <a:pt x="758224" y="337928"/>
                  <a:pt x="758224" y="325075"/>
                </a:cubicBezTo>
                <a:cubicBezTo>
                  <a:pt x="758224" y="312221"/>
                  <a:pt x="771678" y="301801"/>
                  <a:pt x="788276" y="301801"/>
                </a:cubicBezTo>
                <a:cubicBezTo>
                  <a:pt x="804866" y="301794"/>
                  <a:pt x="818318" y="312205"/>
                  <a:pt x="818327" y="325052"/>
                </a:cubicBezTo>
                <a:cubicBezTo>
                  <a:pt x="818327" y="325059"/>
                  <a:pt x="818327" y="325067"/>
                  <a:pt x="818327" y="325075"/>
                </a:cubicBezTo>
                <a:close/>
                <a:moveTo>
                  <a:pt x="1071469" y="325075"/>
                </a:moveTo>
                <a:cubicBezTo>
                  <a:pt x="1071469" y="337928"/>
                  <a:pt x="1058015" y="348348"/>
                  <a:pt x="1041418" y="348348"/>
                </a:cubicBezTo>
                <a:cubicBezTo>
                  <a:pt x="1024821" y="348348"/>
                  <a:pt x="1011366" y="337928"/>
                  <a:pt x="1011366" y="325075"/>
                </a:cubicBezTo>
                <a:cubicBezTo>
                  <a:pt x="1011366" y="312221"/>
                  <a:pt x="1024821" y="301801"/>
                  <a:pt x="1041418" y="301801"/>
                </a:cubicBezTo>
                <a:cubicBezTo>
                  <a:pt x="1058008" y="301794"/>
                  <a:pt x="1071461" y="312205"/>
                  <a:pt x="1071469" y="325052"/>
                </a:cubicBezTo>
                <a:cubicBezTo>
                  <a:pt x="1071469" y="325059"/>
                  <a:pt x="1071469" y="325067"/>
                  <a:pt x="1071469" y="325075"/>
                </a:cubicBezTo>
                <a:close/>
                <a:moveTo>
                  <a:pt x="1324610" y="325075"/>
                </a:moveTo>
                <a:cubicBezTo>
                  <a:pt x="1324610" y="337928"/>
                  <a:pt x="1311155" y="348348"/>
                  <a:pt x="1294558" y="348348"/>
                </a:cubicBezTo>
                <a:cubicBezTo>
                  <a:pt x="1277961" y="348348"/>
                  <a:pt x="1264506" y="337928"/>
                  <a:pt x="1264506" y="325075"/>
                </a:cubicBezTo>
                <a:cubicBezTo>
                  <a:pt x="1264506" y="312221"/>
                  <a:pt x="1277961" y="301801"/>
                  <a:pt x="1294558" y="301801"/>
                </a:cubicBezTo>
                <a:cubicBezTo>
                  <a:pt x="1311146" y="301816"/>
                  <a:pt x="1324591" y="312227"/>
                  <a:pt x="1324610" y="325075"/>
                </a:cubicBezTo>
                <a:close/>
                <a:moveTo>
                  <a:pt x="58972" y="476020"/>
                </a:moveTo>
                <a:cubicBezTo>
                  <a:pt x="58972" y="488874"/>
                  <a:pt x="45517" y="499294"/>
                  <a:pt x="28920" y="499294"/>
                </a:cubicBezTo>
                <a:cubicBezTo>
                  <a:pt x="12323" y="499294"/>
                  <a:pt x="-1132" y="488874"/>
                  <a:pt x="-1132" y="476020"/>
                </a:cubicBezTo>
                <a:cubicBezTo>
                  <a:pt x="-1132" y="463167"/>
                  <a:pt x="12323" y="452747"/>
                  <a:pt x="28920" y="452747"/>
                </a:cubicBezTo>
                <a:cubicBezTo>
                  <a:pt x="45510" y="452740"/>
                  <a:pt x="58963" y="463150"/>
                  <a:pt x="58972" y="475998"/>
                </a:cubicBezTo>
                <a:cubicBezTo>
                  <a:pt x="58972" y="476006"/>
                  <a:pt x="58972" y="476013"/>
                  <a:pt x="58972" y="476020"/>
                </a:cubicBezTo>
                <a:close/>
                <a:moveTo>
                  <a:pt x="312113" y="476020"/>
                </a:moveTo>
                <a:cubicBezTo>
                  <a:pt x="312113" y="488874"/>
                  <a:pt x="298659" y="499294"/>
                  <a:pt x="282062" y="499294"/>
                </a:cubicBezTo>
                <a:cubicBezTo>
                  <a:pt x="265466" y="499294"/>
                  <a:pt x="252010" y="488874"/>
                  <a:pt x="252010" y="476020"/>
                </a:cubicBezTo>
                <a:cubicBezTo>
                  <a:pt x="252010" y="463167"/>
                  <a:pt x="265466" y="452747"/>
                  <a:pt x="282062" y="452747"/>
                </a:cubicBezTo>
                <a:cubicBezTo>
                  <a:pt x="298650" y="452762"/>
                  <a:pt x="312095" y="463173"/>
                  <a:pt x="312113" y="476020"/>
                </a:cubicBezTo>
                <a:close/>
                <a:moveTo>
                  <a:pt x="565186" y="476020"/>
                </a:moveTo>
                <a:cubicBezTo>
                  <a:pt x="565186" y="488874"/>
                  <a:pt x="551730" y="499294"/>
                  <a:pt x="535134" y="499294"/>
                </a:cubicBezTo>
                <a:cubicBezTo>
                  <a:pt x="518537" y="499294"/>
                  <a:pt x="505082" y="488874"/>
                  <a:pt x="505082" y="476020"/>
                </a:cubicBezTo>
                <a:cubicBezTo>
                  <a:pt x="505082" y="463167"/>
                  <a:pt x="518537" y="452747"/>
                  <a:pt x="535134" y="452747"/>
                </a:cubicBezTo>
                <a:cubicBezTo>
                  <a:pt x="551723" y="452740"/>
                  <a:pt x="565176" y="463150"/>
                  <a:pt x="565186" y="475998"/>
                </a:cubicBezTo>
                <a:cubicBezTo>
                  <a:pt x="565186" y="476006"/>
                  <a:pt x="565186" y="476013"/>
                  <a:pt x="565186" y="476020"/>
                </a:cubicBezTo>
                <a:close/>
                <a:moveTo>
                  <a:pt x="818327" y="476020"/>
                </a:moveTo>
                <a:cubicBezTo>
                  <a:pt x="818327" y="488874"/>
                  <a:pt x="804873" y="499294"/>
                  <a:pt x="788276" y="499294"/>
                </a:cubicBezTo>
                <a:cubicBezTo>
                  <a:pt x="771678" y="499294"/>
                  <a:pt x="758224" y="488874"/>
                  <a:pt x="758224" y="476020"/>
                </a:cubicBezTo>
                <a:cubicBezTo>
                  <a:pt x="758224" y="463167"/>
                  <a:pt x="771678" y="452747"/>
                  <a:pt x="788276" y="452747"/>
                </a:cubicBezTo>
                <a:cubicBezTo>
                  <a:pt x="804866" y="452740"/>
                  <a:pt x="818318" y="463150"/>
                  <a:pt x="818327" y="475998"/>
                </a:cubicBezTo>
                <a:cubicBezTo>
                  <a:pt x="818327" y="476006"/>
                  <a:pt x="818327" y="476013"/>
                  <a:pt x="818327" y="476020"/>
                </a:cubicBezTo>
                <a:close/>
                <a:moveTo>
                  <a:pt x="1071469" y="476020"/>
                </a:moveTo>
                <a:cubicBezTo>
                  <a:pt x="1071469" y="488874"/>
                  <a:pt x="1058015" y="499294"/>
                  <a:pt x="1041418" y="499294"/>
                </a:cubicBezTo>
                <a:cubicBezTo>
                  <a:pt x="1024821" y="499294"/>
                  <a:pt x="1011366" y="488874"/>
                  <a:pt x="1011366" y="476020"/>
                </a:cubicBezTo>
                <a:cubicBezTo>
                  <a:pt x="1011366" y="463167"/>
                  <a:pt x="1024821" y="452747"/>
                  <a:pt x="1041418" y="452747"/>
                </a:cubicBezTo>
                <a:cubicBezTo>
                  <a:pt x="1058008" y="452740"/>
                  <a:pt x="1071461" y="463150"/>
                  <a:pt x="1071469" y="475998"/>
                </a:cubicBezTo>
                <a:cubicBezTo>
                  <a:pt x="1071469" y="476006"/>
                  <a:pt x="1071469" y="476013"/>
                  <a:pt x="1071469" y="476020"/>
                </a:cubicBezTo>
                <a:close/>
                <a:moveTo>
                  <a:pt x="1324610" y="476020"/>
                </a:moveTo>
                <a:cubicBezTo>
                  <a:pt x="1324610" y="488874"/>
                  <a:pt x="1311155" y="499294"/>
                  <a:pt x="1294558" y="499294"/>
                </a:cubicBezTo>
                <a:cubicBezTo>
                  <a:pt x="1277961" y="499294"/>
                  <a:pt x="1264506" y="488874"/>
                  <a:pt x="1264506" y="476020"/>
                </a:cubicBezTo>
                <a:cubicBezTo>
                  <a:pt x="1264506" y="463167"/>
                  <a:pt x="1277961" y="452747"/>
                  <a:pt x="1294558" y="452747"/>
                </a:cubicBezTo>
                <a:cubicBezTo>
                  <a:pt x="1311146" y="452762"/>
                  <a:pt x="1324591" y="463173"/>
                  <a:pt x="1324610" y="476020"/>
                </a:cubicBezTo>
                <a:close/>
                <a:moveTo>
                  <a:pt x="58972" y="626966"/>
                </a:moveTo>
                <a:cubicBezTo>
                  <a:pt x="58972" y="639820"/>
                  <a:pt x="45517" y="650240"/>
                  <a:pt x="28920" y="650240"/>
                </a:cubicBezTo>
                <a:cubicBezTo>
                  <a:pt x="12323" y="650240"/>
                  <a:pt x="-1132" y="639820"/>
                  <a:pt x="-1132" y="626966"/>
                </a:cubicBezTo>
                <a:cubicBezTo>
                  <a:pt x="-1132" y="614112"/>
                  <a:pt x="12323" y="603692"/>
                  <a:pt x="28920" y="603692"/>
                </a:cubicBezTo>
                <a:cubicBezTo>
                  <a:pt x="45510" y="603686"/>
                  <a:pt x="58963" y="614096"/>
                  <a:pt x="58972" y="626944"/>
                </a:cubicBezTo>
                <a:cubicBezTo>
                  <a:pt x="58972" y="626951"/>
                  <a:pt x="58972" y="626958"/>
                  <a:pt x="58972" y="626966"/>
                </a:cubicBezTo>
                <a:close/>
                <a:moveTo>
                  <a:pt x="312113" y="626966"/>
                </a:moveTo>
                <a:cubicBezTo>
                  <a:pt x="312113" y="639820"/>
                  <a:pt x="298659" y="650240"/>
                  <a:pt x="282062" y="650240"/>
                </a:cubicBezTo>
                <a:cubicBezTo>
                  <a:pt x="265466" y="650240"/>
                  <a:pt x="252010" y="639820"/>
                  <a:pt x="252010" y="626966"/>
                </a:cubicBezTo>
                <a:cubicBezTo>
                  <a:pt x="252010" y="614112"/>
                  <a:pt x="265466" y="603692"/>
                  <a:pt x="282062" y="603692"/>
                </a:cubicBezTo>
                <a:cubicBezTo>
                  <a:pt x="298650" y="603707"/>
                  <a:pt x="312095" y="614119"/>
                  <a:pt x="312113" y="626966"/>
                </a:cubicBezTo>
                <a:close/>
                <a:moveTo>
                  <a:pt x="565186" y="626966"/>
                </a:moveTo>
                <a:cubicBezTo>
                  <a:pt x="565186" y="639820"/>
                  <a:pt x="551730" y="650240"/>
                  <a:pt x="535134" y="650240"/>
                </a:cubicBezTo>
                <a:cubicBezTo>
                  <a:pt x="518537" y="650240"/>
                  <a:pt x="505082" y="639820"/>
                  <a:pt x="505082" y="626966"/>
                </a:cubicBezTo>
                <a:cubicBezTo>
                  <a:pt x="505082" y="614112"/>
                  <a:pt x="518537" y="603692"/>
                  <a:pt x="535134" y="603692"/>
                </a:cubicBezTo>
                <a:cubicBezTo>
                  <a:pt x="551723" y="603686"/>
                  <a:pt x="565176" y="614096"/>
                  <a:pt x="565186" y="626944"/>
                </a:cubicBezTo>
                <a:cubicBezTo>
                  <a:pt x="565186" y="626951"/>
                  <a:pt x="565186" y="626958"/>
                  <a:pt x="565186" y="626966"/>
                </a:cubicBezTo>
                <a:close/>
                <a:moveTo>
                  <a:pt x="818327" y="626966"/>
                </a:moveTo>
                <a:cubicBezTo>
                  <a:pt x="818327" y="639820"/>
                  <a:pt x="804873" y="650240"/>
                  <a:pt x="788276" y="650240"/>
                </a:cubicBezTo>
                <a:cubicBezTo>
                  <a:pt x="771678" y="650240"/>
                  <a:pt x="758224" y="639820"/>
                  <a:pt x="758224" y="626966"/>
                </a:cubicBezTo>
                <a:cubicBezTo>
                  <a:pt x="758224" y="614112"/>
                  <a:pt x="771678" y="603692"/>
                  <a:pt x="788276" y="603692"/>
                </a:cubicBezTo>
                <a:cubicBezTo>
                  <a:pt x="804866" y="603686"/>
                  <a:pt x="818318" y="614096"/>
                  <a:pt x="818327" y="626944"/>
                </a:cubicBezTo>
                <a:cubicBezTo>
                  <a:pt x="818327" y="626951"/>
                  <a:pt x="818327" y="626958"/>
                  <a:pt x="818327" y="626966"/>
                </a:cubicBezTo>
                <a:close/>
                <a:moveTo>
                  <a:pt x="1071469" y="626966"/>
                </a:moveTo>
                <a:cubicBezTo>
                  <a:pt x="1071469" y="639820"/>
                  <a:pt x="1058015" y="650240"/>
                  <a:pt x="1041418" y="650240"/>
                </a:cubicBezTo>
                <a:cubicBezTo>
                  <a:pt x="1024821" y="650240"/>
                  <a:pt x="1011366" y="639820"/>
                  <a:pt x="1011366" y="626966"/>
                </a:cubicBezTo>
                <a:cubicBezTo>
                  <a:pt x="1011366" y="614112"/>
                  <a:pt x="1024821" y="603692"/>
                  <a:pt x="1041418" y="603692"/>
                </a:cubicBezTo>
                <a:cubicBezTo>
                  <a:pt x="1058008" y="603686"/>
                  <a:pt x="1071461" y="614096"/>
                  <a:pt x="1071469" y="626944"/>
                </a:cubicBezTo>
                <a:cubicBezTo>
                  <a:pt x="1071469" y="626951"/>
                  <a:pt x="1071469" y="626958"/>
                  <a:pt x="1071469" y="626966"/>
                </a:cubicBezTo>
                <a:close/>
                <a:moveTo>
                  <a:pt x="1324610" y="626966"/>
                </a:moveTo>
                <a:cubicBezTo>
                  <a:pt x="1324610" y="639820"/>
                  <a:pt x="1311155" y="650240"/>
                  <a:pt x="1294558" y="650240"/>
                </a:cubicBezTo>
                <a:cubicBezTo>
                  <a:pt x="1277961" y="650240"/>
                  <a:pt x="1264506" y="639820"/>
                  <a:pt x="1264506" y="626966"/>
                </a:cubicBezTo>
                <a:cubicBezTo>
                  <a:pt x="1264506" y="614112"/>
                  <a:pt x="1277961" y="603692"/>
                  <a:pt x="1294558" y="603692"/>
                </a:cubicBezTo>
                <a:cubicBezTo>
                  <a:pt x="1311146" y="603707"/>
                  <a:pt x="1324591" y="614119"/>
                  <a:pt x="1324610" y="62696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5"/>
          <p:cNvSpPr/>
          <p:nvPr/>
        </p:nvSpPr>
        <p:spPr>
          <a:xfrm>
            <a:off x="968375" y="3653155"/>
            <a:ext cx="1324610" cy="6502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1" descr="https://kimi-img.moonshot.cn/pub/slides/slides_tmpl/image/25-10-11-20:12:00-d3l4j40s8jdo4os5ek1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5305" y="5663565"/>
            <a:ext cx="3359785" cy="647700"/>
          </a:xfrm>
          <a:prstGeom prst="rect">
            <a:avLst/>
          </a:prstGeom>
        </p:spPr>
      </p:pic>
      <p:pic>
        <p:nvPicPr>
          <p:cNvPr id="10" name="Image 2" descr="https://kimi-img.moonshot.cn/pub/slides/slides_tmpl/image/25-10-11-20:12:00-d3l4j40s8jdo4os5ek20.png"/>
          <p:cNvPicPr>
            <a:picLocks noChangeAspect="1"/>
          </p:cNvPicPr>
          <p:nvPr/>
        </p:nvPicPr>
        <p:blipFill>
          <a:blip r:embed="rId4"/>
          <a:srcRect l="441" r="441"/>
          <a:stretch>
            <a:fillRect/>
          </a:stretch>
        </p:blipFill>
        <p:spPr>
          <a:xfrm>
            <a:off x="5590540" y="5663565"/>
            <a:ext cx="2564130" cy="6483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3024</Words>
  <Application>WPS 演示</Application>
  <PresentationFormat>On-screen Show (16:9)</PresentationFormat>
  <Paragraphs>328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校园抖音直播项目全景计划书</dc:title>
  <dc:creator>Kimi</dc:creator>
  <dc:subject>校园抖音直播项目全景计划书</dc:subject>
  <cp:lastModifiedBy>辞眸</cp:lastModifiedBy>
  <cp:revision>2</cp:revision>
  <dcterms:created xsi:type="dcterms:W3CDTF">2025-12-05T00:44:00Z</dcterms:created>
  <dcterms:modified xsi:type="dcterms:W3CDTF">2025-12-09T03:14:13Z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{"Label":"校园抖音直播项目全景计划书","ContentProducer":"001191110108MACG2KBH8F10000","ProduceID":"d4p2kjj3kdli726g7sp0","ReservedCode1":"","ContentPropagator":"001191110108MACG2KBH8F20000","PropagateID":"d4p2kjj3kdli726g7sp0","ReservedCode2":""}</vt:lpwstr>
  </property>
  <property fmtid="{D5CDD505-2E9C-101B-9397-08002B2CF9AE}" pid="3" name="ICV">
    <vt:lpwstr>65E2F921222C4C3A8F195A4CE15E05ED_12</vt:lpwstr>
  </property>
  <property fmtid="{D5CDD505-2E9C-101B-9397-08002B2CF9AE}" pid="4" name="KSOProductBuildVer">
    <vt:lpwstr>2052-12.1.0.24031</vt:lpwstr>
  </property>
</Properties>
</file>